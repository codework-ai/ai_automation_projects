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968" y="0"/>
            <a:ext cx="7924800" cy="516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0619"/>
            <a:ext cx="14630400" cy="405050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968" y="9770865"/>
            <a:ext cx="7924800" cy="516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956913" y="2452107"/>
            <a:ext cx="6302375" cy="889000"/>
          </a:xfrm>
          <a:custGeom>
            <a:avLst/>
            <a:gdLst/>
            <a:ahLst/>
            <a:cxnLst/>
            <a:rect l="l" t="t" r="r" b="b"/>
            <a:pathLst>
              <a:path w="6302375" h="889000">
                <a:moveTo>
                  <a:pt x="0" y="0"/>
                </a:moveTo>
                <a:lnTo>
                  <a:pt x="5858063" y="0"/>
                </a:lnTo>
                <a:lnTo>
                  <a:pt x="5906435" y="2608"/>
                </a:lnTo>
                <a:lnTo>
                  <a:pt x="5953305" y="10253"/>
                </a:lnTo>
                <a:lnTo>
                  <a:pt x="5998401" y="22664"/>
                </a:lnTo>
                <a:lnTo>
                  <a:pt x="6041452" y="39570"/>
                </a:lnTo>
                <a:lnTo>
                  <a:pt x="6082185" y="60699"/>
                </a:lnTo>
                <a:lnTo>
                  <a:pt x="6120329" y="85782"/>
                </a:lnTo>
                <a:lnTo>
                  <a:pt x="6155611" y="114546"/>
                </a:lnTo>
                <a:lnTo>
                  <a:pt x="6187761" y="146722"/>
                </a:lnTo>
                <a:lnTo>
                  <a:pt x="6216506" y="182038"/>
                </a:lnTo>
                <a:lnTo>
                  <a:pt x="6241575" y="220224"/>
                </a:lnTo>
                <a:lnTo>
                  <a:pt x="6262695" y="261008"/>
                </a:lnTo>
                <a:lnTo>
                  <a:pt x="6279595" y="304119"/>
                </a:lnTo>
                <a:lnTo>
                  <a:pt x="6292003" y="349287"/>
                </a:lnTo>
                <a:lnTo>
                  <a:pt x="6299647" y="396241"/>
                </a:lnTo>
                <a:lnTo>
                  <a:pt x="6302256" y="444710"/>
                </a:lnTo>
                <a:lnTo>
                  <a:pt x="6299647" y="493081"/>
                </a:lnTo>
                <a:lnTo>
                  <a:pt x="6292003" y="539951"/>
                </a:lnTo>
                <a:lnTo>
                  <a:pt x="6279595" y="585047"/>
                </a:lnTo>
                <a:lnTo>
                  <a:pt x="6262695" y="628098"/>
                </a:lnTo>
                <a:lnTo>
                  <a:pt x="6241575" y="668831"/>
                </a:lnTo>
                <a:lnTo>
                  <a:pt x="6216506" y="706975"/>
                </a:lnTo>
                <a:lnTo>
                  <a:pt x="6187761" y="742257"/>
                </a:lnTo>
                <a:lnTo>
                  <a:pt x="6155611" y="774407"/>
                </a:lnTo>
                <a:lnTo>
                  <a:pt x="6120329" y="803152"/>
                </a:lnTo>
                <a:lnTo>
                  <a:pt x="6082185" y="828221"/>
                </a:lnTo>
                <a:lnTo>
                  <a:pt x="6041452" y="849341"/>
                </a:lnTo>
                <a:lnTo>
                  <a:pt x="5998401" y="866241"/>
                </a:lnTo>
                <a:lnTo>
                  <a:pt x="5953305" y="878649"/>
                </a:lnTo>
                <a:lnTo>
                  <a:pt x="5906435" y="886293"/>
                </a:lnTo>
                <a:lnTo>
                  <a:pt x="5858063" y="888901"/>
                </a:lnTo>
                <a:lnTo>
                  <a:pt x="0" y="888901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575766" y="2452208"/>
            <a:ext cx="894715" cy="889000"/>
          </a:xfrm>
          <a:custGeom>
            <a:avLst/>
            <a:gdLst/>
            <a:ahLst/>
            <a:cxnLst/>
            <a:rect l="l" t="t" r="r" b="b"/>
            <a:pathLst>
              <a:path w="894715" h="889000">
                <a:moveTo>
                  <a:pt x="447329" y="888901"/>
                </a:moveTo>
                <a:lnTo>
                  <a:pt x="398587" y="886294"/>
                </a:lnTo>
                <a:lnTo>
                  <a:pt x="351366" y="878650"/>
                </a:lnTo>
                <a:lnTo>
                  <a:pt x="305938" y="866243"/>
                </a:lnTo>
                <a:lnTo>
                  <a:pt x="262576" y="849343"/>
                </a:lnTo>
                <a:lnTo>
                  <a:pt x="221553" y="828221"/>
                </a:lnTo>
                <a:lnTo>
                  <a:pt x="183142" y="803148"/>
                </a:lnTo>
                <a:lnTo>
                  <a:pt x="147615" y="774396"/>
                </a:lnTo>
                <a:lnTo>
                  <a:pt x="115246" y="742235"/>
                </a:lnTo>
                <a:lnTo>
                  <a:pt x="86308" y="706938"/>
                </a:lnTo>
                <a:lnTo>
                  <a:pt x="61073" y="668773"/>
                </a:lnTo>
                <a:lnTo>
                  <a:pt x="39814" y="628014"/>
                </a:lnTo>
                <a:lnTo>
                  <a:pt x="22805" y="584931"/>
                </a:lnTo>
                <a:lnTo>
                  <a:pt x="10317" y="539796"/>
                </a:lnTo>
                <a:lnTo>
                  <a:pt x="2624" y="492878"/>
                </a:lnTo>
                <a:lnTo>
                  <a:pt x="0" y="444450"/>
                </a:lnTo>
                <a:lnTo>
                  <a:pt x="2624" y="396023"/>
                </a:lnTo>
                <a:lnTo>
                  <a:pt x="10317" y="349105"/>
                </a:lnTo>
                <a:lnTo>
                  <a:pt x="22805" y="303970"/>
                </a:lnTo>
                <a:lnTo>
                  <a:pt x="39814" y="260887"/>
                </a:lnTo>
                <a:lnTo>
                  <a:pt x="61073" y="220128"/>
                </a:lnTo>
                <a:lnTo>
                  <a:pt x="86308" y="181963"/>
                </a:lnTo>
                <a:lnTo>
                  <a:pt x="115246" y="146666"/>
                </a:lnTo>
                <a:lnTo>
                  <a:pt x="147615" y="114505"/>
                </a:lnTo>
                <a:lnTo>
                  <a:pt x="183142" y="85753"/>
                </a:lnTo>
                <a:lnTo>
                  <a:pt x="221553" y="60680"/>
                </a:lnTo>
                <a:lnTo>
                  <a:pt x="262576" y="39558"/>
                </a:lnTo>
                <a:lnTo>
                  <a:pt x="305938" y="22658"/>
                </a:lnTo>
                <a:lnTo>
                  <a:pt x="351366" y="10251"/>
                </a:lnTo>
                <a:lnTo>
                  <a:pt x="398587" y="2607"/>
                </a:lnTo>
                <a:lnTo>
                  <a:pt x="447329" y="0"/>
                </a:lnTo>
                <a:lnTo>
                  <a:pt x="496070" y="2607"/>
                </a:lnTo>
                <a:lnTo>
                  <a:pt x="543291" y="10251"/>
                </a:lnTo>
                <a:lnTo>
                  <a:pt x="588719" y="22658"/>
                </a:lnTo>
                <a:lnTo>
                  <a:pt x="632081" y="39558"/>
                </a:lnTo>
                <a:lnTo>
                  <a:pt x="673104" y="60680"/>
                </a:lnTo>
                <a:lnTo>
                  <a:pt x="711515" y="85753"/>
                </a:lnTo>
                <a:lnTo>
                  <a:pt x="747042" y="114505"/>
                </a:lnTo>
                <a:lnTo>
                  <a:pt x="779411" y="146666"/>
                </a:lnTo>
                <a:lnTo>
                  <a:pt x="808349" y="181963"/>
                </a:lnTo>
                <a:lnTo>
                  <a:pt x="833584" y="220128"/>
                </a:lnTo>
                <a:lnTo>
                  <a:pt x="854843" y="260887"/>
                </a:lnTo>
                <a:lnTo>
                  <a:pt x="871852" y="303970"/>
                </a:lnTo>
                <a:lnTo>
                  <a:pt x="884340" y="349105"/>
                </a:lnTo>
                <a:lnTo>
                  <a:pt x="892033" y="396023"/>
                </a:lnTo>
                <a:lnTo>
                  <a:pt x="894658" y="444450"/>
                </a:lnTo>
                <a:lnTo>
                  <a:pt x="892033" y="492878"/>
                </a:lnTo>
                <a:lnTo>
                  <a:pt x="884340" y="539796"/>
                </a:lnTo>
                <a:lnTo>
                  <a:pt x="871852" y="584931"/>
                </a:lnTo>
                <a:lnTo>
                  <a:pt x="854843" y="628014"/>
                </a:lnTo>
                <a:lnTo>
                  <a:pt x="833584" y="668773"/>
                </a:lnTo>
                <a:lnTo>
                  <a:pt x="808349" y="706938"/>
                </a:lnTo>
                <a:lnTo>
                  <a:pt x="779411" y="742235"/>
                </a:lnTo>
                <a:lnTo>
                  <a:pt x="747042" y="774396"/>
                </a:lnTo>
                <a:lnTo>
                  <a:pt x="711515" y="803148"/>
                </a:lnTo>
                <a:lnTo>
                  <a:pt x="673104" y="828221"/>
                </a:lnTo>
                <a:lnTo>
                  <a:pt x="632081" y="849343"/>
                </a:lnTo>
                <a:lnTo>
                  <a:pt x="588719" y="866243"/>
                </a:lnTo>
                <a:lnTo>
                  <a:pt x="543291" y="878650"/>
                </a:lnTo>
                <a:lnTo>
                  <a:pt x="496070" y="886294"/>
                </a:lnTo>
                <a:lnTo>
                  <a:pt x="447329" y="888901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3693" y="2433983"/>
            <a:ext cx="5096509" cy="1126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00" b="1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93260" y="3650336"/>
            <a:ext cx="7701479" cy="301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0" b="1" i="0">
                <a:solidFill>
                  <a:schemeClr val="tx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3.xml"/><Relationship Id="rId20" Type="http://schemas.openxmlformats.org/officeDocument/2006/relationships/image" Target="../media/image1.png"/><Relationship Id="rId2" Type="http://schemas.openxmlformats.org/officeDocument/2006/relationships/tags" Target="../tags/tag2.xml"/><Relationship Id="rId19" Type="http://schemas.openxmlformats.org/officeDocument/2006/relationships/slide" Target="slide6.xml"/><Relationship Id="rId18" Type="http://schemas.openxmlformats.org/officeDocument/2006/relationships/tags" Target="../tags/tag16.xml"/><Relationship Id="rId17" Type="http://schemas.openxmlformats.org/officeDocument/2006/relationships/slide" Target="slide5.xml"/><Relationship Id="rId16" Type="http://schemas.openxmlformats.org/officeDocument/2006/relationships/tags" Target="../tags/tag15.xml"/><Relationship Id="rId15" Type="http://schemas.openxmlformats.org/officeDocument/2006/relationships/slide" Target="slide4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" Target="slide2.xml"/><Relationship Id="rId8" Type="http://schemas.openxmlformats.org/officeDocument/2006/relationships/hyperlink" Target="https://docs.google.com/spreadsheets/d/1DUF2isFWsqVSYhbaACYtbgcLi_YjDqpE3GLQIVgkKQg/edit#gid%3D69851113" TargetMode="External"/><Relationship Id="rId7" Type="http://schemas.openxmlformats.org/officeDocument/2006/relationships/image" Target="../media/image1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05960" y="5903030"/>
            <a:ext cx="7586345" cy="1117600"/>
          </a:xfrm>
          <a:custGeom>
            <a:avLst/>
            <a:gdLst/>
            <a:ahLst/>
            <a:cxnLst/>
            <a:rect l="l" t="t" r="r" b="b"/>
            <a:pathLst>
              <a:path w="7586345" h="1117600">
                <a:moveTo>
                  <a:pt x="7027521" y="1116992"/>
                </a:moveTo>
                <a:lnTo>
                  <a:pt x="558495" y="1116992"/>
                </a:lnTo>
                <a:lnTo>
                  <a:pt x="509389" y="1114830"/>
                </a:lnTo>
                <a:lnTo>
                  <a:pt x="460989" y="1108417"/>
                </a:lnTo>
                <a:lnTo>
                  <a:pt x="413553" y="1097857"/>
                </a:lnTo>
                <a:lnTo>
                  <a:pt x="367338" y="1083259"/>
                </a:lnTo>
                <a:lnTo>
                  <a:pt x="322601" y="1064729"/>
                </a:lnTo>
                <a:lnTo>
                  <a:pt x="279599" y="1042372"/>
                </a:lnTo>
                <a:lnTo>
                  <a:pt x="238590" y="1016296"/>
                </a:lnTo>
                <a:lnTo>
                  <a:pt x="199831" y="986607"/>
                </a:lnTo>
                <a:lnTo>
                  <a:pt x="163579" y="953412"/>
                </a:lnTo>
                <a:lnTo>
                  <a:pt x="130384" y="917160"/>
                </a:lnTo>
                <a:lnTo>
                  <a:pt x="100695" y="878401"/>
                </a:lnTo>
                <a:lnTo>
                  <a:pt x="74619" y="837392"/>
                </a:lnTo>
                <a:lnTo>
                  <a:pt x="52263" y="794390"/>
                </a:lnTo>
                <a:lnTo>
                  <a:pt x="33732" y="749653"/>
                </a:lnTo>
                <a:lnTo>
                  <a:pt x="19134" y="703438"/>
                </a:lnTo>
                <a:lnTo>
                  <a:pt x="8575" y="656002"/>
                </a:lnTo>
                <a:lnTo>
                  <a:pt x="2161" y="607602"/>
                </a:lnTo>
                <a:lnTo>
                  <a:pt x="0" y="558495"/>
                </a:lnTo>
                <a:lnTo>
                  <a:pt x="2161" y="509389"/>
                </a:lnTo>
                <a:lnTo>
                  <a:pt x="8575" y="460989"/>
                </a:lnTo>
                <a:lnTo>
                  <a:pt x="19134" y="413553"/>
                </a:lnTo>
                <a:lnTo>
                  <a:pt x="33732" y="367338"/>
                </a:lnTo>
                <a:lnTo>
                  <a:pt x="52263" y="322601"/>
                </a:lnTo>
                <a:lnTo>
                  <a:pt x="74619" y="279599"/>
                </a:lnTo>
                <a:lnTo>
                  <a:pt x="100695" y="238590"/>
                </a:lnTo>
                <a:lnTo>
                  <a:pt x="130384" y="199831"/>
                </a:lnTo>
                <a:lnTo>
                  <a:pt x="163579" y="163579"/>
                </a:lnTo>
                <a:lnTo>
                  <a:pt x="199831" y="130384"/>
                </a:lnTo>
                <a:lnTo>
                  <a:pt x="238590" y="100695"/>
                </a:lnTo>
                <a:lnTo>
                  <a:pt x="279599" y="74619"/>
                </a:lnTo>
                <a:lnTo>
                  <a:pt x="322601" y="52263"/>
                </a:lnTo>
                <a:lnTo>
                  <a:pt x="367338" y="33732"/>
                </a:lnTo>
                <a:lnTo>
                  <a:pt x="413553" y="19134"/>
                </a:lnTo>
                <a:lnTo>
                  <a:pt x="460989" y="8575"/>
                </a:lnTo>
                <a:lnTo>
                  <a:pt x="509389" y="2161"/>
                </a:lnTo>
                <a:lnTo>
                  <a:pt x="558495" y="0"/>
                </a:lnTo>
                <a:lnTo>
                  <a:pt x="7027521" y="0"/>
                </a:lnTo>
                <a:lnTo>
                  <a:pt x="7076627" y="2161"/>
                </a:lnTo>
                <a:lnTo>
                  <a:pt x="7125027" y="8575"/>
                </a:lnTo>
                <a:lnTo>
                  <a:pt x="7172463" y="19134"/>
                </a:lnTo>
                <a:lnTo>
                  <a:pt x="7218679" y="33732"/>
                </a:lnTo>
                <a:lnTo>
                  <a:pt x="7263415" y="52263"/>
                </a:lnTo>
                <a:lnTo>
                  <a:pt x="7306417" y="74619"/>
                </a:lnTo>
                <a:lnTo>
                  <a:pt x="7347426" y="100695"/>
                </a:lnTo>
                <a:lnTo>
                  <a:pt x="7386185" y="130384"/>
                </a:lnTo>
                <a:lnTo>
                  <a:pt x="7422438" y="163579"/>
                </a:lnTo>
                <a:lnTo>
                  <a:pt x="7455633" y="199831"/>
                </a:lnTo>
                <a:lnTo>
                  <a:pt x="7485321" y="238590"/>
                </a:lnTo>
                <a:lnTo>
                  <a:pt x="7511397" y="279599"/>
                </a:lnTo>
                <a:lnTo>
                  <a:pt x="7533753" y="322601"/>
                </a:lnTo>
                <a:lnTo>
                  <a:pt x="7552284" y="367338"/>
                </a:lnTo>
                <a:lnTo>
                  <a:pt x="7566882" y="413553"/>
                </a:lnTo>
                <a:lnTo>
                  <a:pt x="7577441" y="460989"/>
                </a:lnTo>
                <a:lnTo>
                  <a:pt x="7583855" y="509389"/>
                </a:lnTo>
                <a:lnTo>
                  <a:pt x="7586016" y="558495"/>
                </a:lnTo>
                <a:lnTo>
                  <a:pt x="7583855" y="607602"/>
                </a:lnTo>
                <a:lnTo>
                  <a:pt x="7577441" y="656002"/>
                </a:lnTo>
                <a:lnTo>
                  <a:pt x="7566882" y="703438"/>
                </a:lnTo>
                <a:lnTo>
                  <a:pt x="7552284" y="749653"/>
                </a:lnTo>
                <a:lnTo>
                  <a:pt x="7533753" y="794390"/>
                </a:lnTo>
                <a:lnTo>
                  <a:pt x="7511397" y="837392"/>
                </a:lnTo>
                <a:lnTo>
                  <a:pt x="7485321" y="878401"/>
                </a:lnTo>
                <a:lnTo>
                  <a:pt x="7455633" y="917160"/>
                </a:lnTo>
                <a:lnTo>
                  <a:pt x="7422438" y="953412"/>
                </a:lnTo>
                <a:lnTo>
                  <a:pt x="7386185" y="986607"/>
                </a:lnTo>
                <a:lnTo>
                  <a:pt x="7347426" y="1016296"/>
                </a:lnTo>
                <a:lnTo>
                  <a:pt x="7306417" y="1042372"/>
                </a:lnTo>
                <a:lnTo>
                  <a:pt x="7263415" y="1064729"/>
                </a:lnTo>
                <a:lnTo>
                  <a:pt x="7218679" y="1083259"/>
                </a:lnTo>
                <a:lnTo>
                  <a:pt x="7172463" y="1097857"/>
                </a:lnTo>
                <a:lnTo>
                  <a:pt x="7125027" y="1108417"/>
                </a:lnTo>
                <a:lnTo>
                  <a:pt x="7076627" y="1114830"/>
                </a:lnTo>
                <a:lnTo>
                  <a:pt x="7027521" y="1116992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0"/>
              </a:spcBef>
            </a:pPr>
            <a:r>
              <a:rPr spc="155" dirty="0"/>
              <a:t>Flowchart</a:t>
            </a:r>
            <a:endParaRPr spc="155" dirty="0"/>
          </a:p>
          <a:p>
            <a:pPr marR="81915" algn="ctr">
              <a:lnSpc>
                <a:spcPct val="100000"/>
              </a:lnSpc>
              <a:spcBef>
                <a:spcPts val="5120"/>
              </a:spcBef>
            </a:pPr>
            <a:r>
              <a:rPr sz="2800" dirty="0">
                <a:solidFill>
                  <a:srgbClr val="FFFFFF"/>
                </a:solidFill>
              </a:rPr>
              <a:t>Let's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90" dirty="0">
                <a:solidFill>
                  <a:srgbClr val="FFFFFF"/>
                </a:solidFill>
              </a:rPr>
              <a:t>get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visual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with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our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95" dirty="0">
                <a:solidFill>
                  <a:srgbClr val="FFFFFF"/>
                </a:solidFill>
              </a:rPr>
              <a:t>processes!</a:t>
            </a:r>
            <a:endParaRPr sz="280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16000" y="986821"/>
            <a:ext cx="240157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>
            <p:custDataLst>
              <p:tags r:id="rId1"/>
            </p:custDataLst>
          </p:nvPr>
        </p:nvSpPr>
        <p:spPr>
          <a:xfrm>
            <a:off x="10948844" y="2645916"/>
            <a:ext cx="1485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7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3" name="object 3"/>
          <p:cNvGrpSpPr/>
          <p:nvPr>
            <p:custDataLst>
              <p:tags r:id="rId2"/>
            </p:custDataLst>
          </p:nvPr>
        </p:nvGrpSpPr>
        <p:grpSpPr>
          <a:xfrm>
            <a:off x="10575766" y="3860686"/>
            <a:ext cx="6684009" cy="889000"/>
            <a:chOff x="10575766" y="3860686"/>
            <a:chExt cx="6684009" cy="889000"/>
          </a:xfrm>
        </p:grpSpPr>
        <p:sp>
          <p:nvSpPr>
            <p:cNvPr id="4" name="object 4"/>
            <p:cNvSpPr/>
            <p:nvPr>
              <p:custDataLst>
                <p:tags r:id="rId3"/>
              </p:custDataLst>
            </p:nvPr>
          </p:nvSpPr>
          <p:spPr>
            <a:xfrm>
              <a:off x="10956913" y="3860686"/>
              <a:ext cx="6302375" cy="889000"/>
            </a:xfrm>
            <a:custGeom>
              <a:avLst/>
              <a:gdLst/>
              <a:ahLst/>
              <a:cxnLst/>
              <a:rect l="l" t="t" r="r" b="b"/>
              <a:pathLst>
                <a:path w="6302375" h="889000">
                  <a:moveTo>
                    <a:pt x="0" y="0"/>
                  </a:moveTo>
                  <a:lnTo>
                    <a:pt x="5858063" y="0"/>
                  </a:lnTo>
                  <a:lnTo>
                    <a:pt x="5906435" y="2608"/>
                  </a:lnTo>
                  <a:lnTo>
                    <a:pt x="5953305" y="10253"/>
                  </a:lnTo>
                  <a:lnTo>
                    <a:pt x="5998401" y="22664"/>
                  </a:lnTo>
                  <a:lnTo>
                    <a:pt x="6041452" y="39570"/>
                  </a:lnTo>
                  <a:lnTo>
                    <a:pt x="6082185" y="60699"/>
                  </a:lnTo>
                  <a:lnTo>
                    <a:pt x="6120329" y="85782"/>
                  </a:lnTo>
                  <a:lnTo>
                    <a:pt x="6155611" y="114547"/>
                  </a:lnTo>
                  <a:lnTo>
                    <a:pt x="6187761" y="146722"/>
                  </a:lnTo>
                  <a:lnTo>
                    <a:pt x="6216506" y="182038"/>
                  </a:lnTo>
                  <a:lnTo>
                    <a:pt x="6241575" y="220224"/>
                  </a:lnTo>
                  <a:lnTo>
                    <a:pt x="6262695" y="261008"/>
                  </a:lnTo>
                  <a:lnTo>
                    <a:pt x="6279595" y="304119"/>
                  </a:lnTo>
                  <a:lnTo>
                    <a:pt x="6292003" y="349287"/>
                  </a:lnTo>
                  <a:lnTo>
                    <a:pt x="6299647" y="396241"/>
                  </a:lnTo>
                  <a:lnTo>
                    <a:pt x="6302256" y="444709"/>
                  </a:lnTo>
                  <a:lnTo>
                    <a:pt x="6299647" y="493081"/>
                  </a:lnTo>
                  <a:lnTo>
                    <a:pt x="6292003" y="539951"/>
                  </a:lnTo>
                  <a:lnTo>
                    <a:pt x="6279595" y="585047"/>
                  </a:lnTo>
                  <a:lnTo>
                    <a:pt x="6262695" y="628098"/>
                  </a:lnTo>
                  <a:lnTo>
                    <a:pt x="6241575" y="668831"/>
                  </a:lnTo>
                  <a:lnTo>
                    <a:pt x="6216506" y="706975"/>
                  </a:lnTo>
                  <a:lnTo>
                    <a:pt x="6187761" y="742257"/>
                  </a:lnTo>
                  <a:lnTo>
                    <a:pt x="6155611" y="774407"/>
                  </a:lnTo>
                  <a:lnTo>
                    <a:pt x="6120329" y="803152"/>
                  </a:lnTo>
                  <a:lnTo>
                    <a:pt x="6082185" y="828221"/>
                  </a:lnTo>
                  <a:lnTo>
                    <a:pt x="6041452" y="849341"/>
                  </a:lnTo>
                  <a:lnTo>
                    <a:pt x="5998401" y="866241"/>
                  </a:lnTo>
                  <a:lnTo>
                    <a:pt x="5953305" y="878649"/>
                  </a:lnTo>
                  <a:lnTo>
                    <a:pt x="5906435" y="886293"/>
                  </a:lnTo>
                  <a:lnTo>
                    <a:pt x="5858063" y="888901"/>
                  </a:lnTo>
                  <a:lnTo>
                    <a:pt x="0" y="888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>
              <p:custDataLst>
                <p:tags r:id="rId4"/>
              </p:custDataLst>
            </p:nvPr>
          </p:nvSpPr>
          <p:spPr>
            <a:xfrm>
              <a:off x="10575766" y="3860787"/>
              <a:ext cx="894715" cy="889000"/>
            </a:xfrm>
            <a:custGeom>
              <a:avLst/>
              <a:gdLst/>
              <a:ahLst/>
              <a:cxnLst/>
              <a:rect l="l" t="t" r="r" b="b"/>
              <a:pathLst>
                <a:path w="894715" h="889000">
                  <a:moveTo>
                    <a:pt x="447329" y="888901"/>
                  </a:moveTo>
                  <a:lnTo>
                    <a:pt x="398587" y="886294"/>
                  </a:lnTo>
                  <a:lnTo>
                    <a:pt x="351366" y="878650"/>
                  </a:lnTo>
                  <a:lnTo>
                    <a:pt x="305938" y="866243"/>
                  </a:lnTo>
                  <a:lnTo>
                    <a:pt x="262576" y="849343"/>
                  </a:lnTo>
                  <a:lnTo>
                    <a:pt x="221553" y="828221"/>
                  </a:lnTo>
                  <a:lnTo>
                    <a:pt x="183142" y="803148"/>
                  </a:lnTo>
                  <a:lnTo>
                    <a:pt x="147615" y="774396"/>
                  </a:lnTo>
                  <a:lnTo>
                    <a:pt x="115246" y="742235"/>
                  </a:lnTo>
                  <a:lnTo>
                    <a:pt x="86308" y="706938"/>
                  </a:lnTo>
                  <a:lnTo>
                    <a:pt x="61073" y="668773"/>
                  </a:lnTo>
                  <a:lnTo>
                    <a:pt x="39814" y="628014"/>
                  </a:lnTo>
                  <a:lnTo>
                    <a:pt x="22805" y="584931"/>
                  </a:lnTo>
                  <a:lnTo>
                    <a:pt x="10317" y="539796"/>
                  </a:lnTo>
                  <a:lnTo>
                    <a:pt x="2624" y="492878"/>
                  </a:lnTo>
                  <a:lnTo>
                    <a:pt x="0" y="444450"/>
                  </a:lnTo>
                  <a:lnTo>
                    <a:pt x="2624" y="396023"/>
                  </a:lnTo>
                  <a:lnTo>
                    <a:pt x="10317" y="349105"/>
                  </a:lnTo>
                  <a:lnTo>
                    <a:pt x="22805" y="303970"/>
                  </a:lnTo>
                  <a:lnTo>
                    <a:pt x="39814" y="260887"/>
                  </a:lnTo>
                  <a:lnTo>
                    <a:pt x="61073" y="220128"/>
                  </a:lnTo>
                  <a:lnTo>
                    <a:pt x="86308" y="181964"/>
                  </a:lnTo>
                  <a:lnTo>
                    <a:pt x="115246" y="146666"/>
                  </a:lnTo>
                  <a:lnTo>
                    <a:pt x="147615" y="114505"/>
                  </a:lnTo>
                  <a:lnTo>
                    <a:pt x="183142" y="85753"/>
                  </a:lnTo>
                  <a:lnTo>
                    <a:pt x="221553" y="60680"/>
                  </a:lnTo>
                  <a:lnTo>
                    <a:pt x="262576" y="39558"/>
                  </a:lnTo>
                  <a:lnTo>
                    <a:pt x="305938" y="22658"/>
                  </a:lnTo>
                  <a:lnTo>
                    <a:pt x="351366" y="10251"/>
                  </a:lnTo>
                  <a:lnTo>
                    <a:pt x="398587" y="2607"/>
                  </a:lnTo>
                  <a:lnTo>
                    <a:pt x="447329" y="0"/>
                  </a:lnTo>
                  <a:lnTo>
                    <a:pt x="496070" y="2607"/>
                  </a:lnTo>
                  <a:lnTo>
                    <a:pt x="543291" y="10251"/>
                  </a:lnTo>
                  <a:lnTo>
                    <a:pt x="588719" y="22658"/>
                  </a:lnTo>
                  <a:lnTo>
                    <a:pt x="632081" y="39558"/>
                  </a:lnTo>
                  <a:lnTo>
                    <a:pt x="673104" y="60680"/>
                  </a:lnTo>
                  <a:lnTo>
                    <a:pt x="711515" y="85753"/>
                  </a:lnTo>
                  <a:lnTo>
                    <a:pt x="747042" y="114505"/>
                  </a:lnTo>
                  <a:lnTo>
                    <a:pt x="779411" y="146666"/>
                  </a:lnTo>
                  <a:lnTo>
                    <a:pt x="808349" y="181964"/>
                  </a:lnTo>
                  <a:lnTo>
                    <a:pt x="833584" y="220128"/>
                  </a:lnTo>
                  <a:lnTo>
                    <a:pt x="854843" y="260887"/>
                  </a:lnTo>
                  <a:lnTo>
                    <a:pt x="871852" y="303970"/>
                  </a:lnTo>
                  <a:lnTo>
                    <a:pt x="884340" y="349105"/>
                  </a:lnTo>
                  <a:lnTo>
                    <a:pt x="892033" y="396023"/>
                  </a:lnTo>
                  <a:lnTo>
                    <a:pt x="894658" y="444450"/>
                  </a:lnTo>
                  <a:lnTo>
                    <a:pt x="892033" y="492878"/>
                  </a:lnTo>
                  <a:lnTo>
                    <a:pt x="884340" y="539796"/>
                  </a:lnTo>
                  <a:lnTo>
                    <a:pt x="871852" y="584931"/>
                  </a:lnTo>
                  <a:lnTo>
                    <a:pt x="854843" y="628014"/>
                  </a:lnTo>
                  <a:lnTo>
                    <a:pt x="833584" y="668773"/>
                  </a:lnTo>
                  <a:lnTo>
                    <a:pt x="808349" y="706938"/>
                  </a:lnTo>
                  <a:lnTo>
                    <a:pt x="779411" y="742235"/>
                  </a:lnTo>
                  <a:lnTo>
                    <a:pt x="747042" y="774396"/>
                  </a:lnTo>
                  <a:lnTo>
                    <a:pt x="711515" y="803148"/>
                  </a:lnTo>
                  <a:lnTo>
                    <a:pt x="673104" y="828221"/>
                  </a:lnTo>
                  <a:lnTo>
                    <a:pt x="632081" y="849343"/>
                  </a:lnTo>
                  <a:lnTo>
                    <a:pt x="588719" y="866243"/>
                  </a:lnTo>
                  <a:lnTo>
                    <a:pt x="543291" y="878650"/>
                  </a:lnTo>
                  <a:lnTo>
                    <a:pt x="496070" y="886294"/>
                  </a:lnTo>
                  <a:lnTo>
                    <a:pt x="447329" y="888901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>
            <p:custDataLst>
              <p:tags r:id="rId5"/>
            </p:custDataLst>
          </p:nvPr>
        </p:nvSpPr>
        <p:spPr>
          <a:xfrm>
            <a:off x="10908660" y="4054494"/>
            <a:ext cx="228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7" name="object 7"/>
          <p:cNvGrpSpPr/>
          <p:nvPr>
            <p:custDataLst>
              <p:tags r:id="rId6"/>
            </p:custDataLst>
          </p:nvPr>
        </p:nvGrpSpPr>
        <p:grpSpPr>
          <a:xfrm>
            <a:off x="10575766" y="5273464"/>
            <a:ext cx="6684009" cy="889000"/>
            <a:chOff x="10575766" y="5273464"/>
            <a:chExt cx="6684009" cy="889000"/>
          </a:xfrm>
        </p:grpSpPr>
        <p:sp>
          <p:nvSpPr>
            <p:cNvPr id="8" name="object 8"/>
            <p:cNvSpPr/>
            <p:nvPr>
              <p:custDataLst>
                <p:tags r:id="rId7"/>
              </p:custDataLst>
            </p:nvPr>
          </p:nvSpPr>
          <p:spPr>
            <a:xfrm>
              <a:off x="10956913" y="5273464"/>
              <a:ext cx="6302375" cy="889000"/>
            </a:xfrm>
            <a:custGeom>
              <a:avLst/>
              <a:gdLst/>
              <a:ahLst/>
              <a:cxnLst/>
              <a:rect l="l" t="t" r="r" b="b"/>
              <a:pathLst>
                <a:path w="6302375" h="889000">
                  <a:moveTo>
                    <a:pt x="0" y="0"/>
                  </a:moveTo>
                  <a:lnTo>
                    <a:pt x="5858063" y="0"/>
                  </a:lnTo>
                  <a:lnTo>
                    <a:pt x="5906435" y="2608"/>
                  </a:lnTo>
                  <a:lnTo>
                    <a:pt x="5953305" y="10253"/>
                  </a:lnTo>
                  <a:lnTo>
                    <a:pt x="5998401" y="22664"/>
                  </a:lnTo>
                  <a:lnTo>
                    <a:pt x="6041452" y="39570"/>
                  </a:lnTo>
                  <a:lnTo>
                    <a:pt x="6082185" y="60699"/>
                  </a:lnTo>
                  <a:lnTo>
                    <a:pt x="6120329" y="85782"/>
                  </a:lnTo>
                  <a:lnTo>
                    <a:pt x="6155611" y="114546"/>
                  </a:lnTo>
                  <a:lnTo>
                    <a:pt x="6187761" y="146722"/>
                  </a:lnTo>
                  <a:lnTo>
                    <a:pt x="6216506" y="182038"/>
                  </a:lnTo>
                  <a:lnTo>
                    <a:pt x="6241575" y="220224"/>
                  </a:lnTo>
                  <a:lnTo>
                    <a:pt x="6262695" y="261007"/>
                  </a:lnTo>
                  <a:lnTo>
                    <a:pt x="6279595" y="304119"/>
                  </a:lnTo>
                  <a:lnTo>
                    <a:pt x="6292003" y="349287"/>
                  </a:lnTo>
                  <a:lnTo>
                    <a:pt x="6299647" y="396241"/>
                  </a:lnTo>
                  <a:lnTo>
                    <a:pt x="6302256" y="444709"/>
                  </a:lnTo>
                  <a:lnTo>
                    <a:pt x="6299647" y="493081"/>
                  </a:lnTo>
                  <a:lnTo>
                    <a:pt x="6292003" y="539951"/>
                  </a:lnTo>
                  <a:lnTo>
                    <a:pt x="6279595" y="585047"/>
                  </a:lnTo>
                  <a:lnTo>
                    <a:pt x="6262695" y="628098"/>
                  </a:lnTo>
                  <a:lnTo>
                    <a:pt x="6241575" y="668831"/>
                  </a:lnTo>
                  <a:lnTo>
                    <a:pt x="6216506" y="706974"/>
                  </a:lnTo>
                  <a:lnTo>
                    <a:pt x="6187761" y="742257"/>
                  </a:lnTo>
                  <a:lnTo>
                    <a:pt x="6155611" y="774407"/>
                  </a:lnTo>
                  <a:lnTo>
                    <a:pt x="6120329" y="803152"/>
                  </a:lnTo>
                  <a:lnTo>
                    <a:pt x="6082185" y="828221"/>
                  </a:lnTo>
                  <a:lnTo>
                    <a:pt x="6041452" y="849341"/>
                  </a:lnTo>
                  <a:lnTo>
                    <a:pt x="5998401" y="866241"/>
                  </a:lnTo>
                  <a:lnTo>
                    <a:pt x="5953305" y="878649"/>
                  </a:lnTo>
                  <a:lnTo>
                    <a:pt x="5906435" y="886293"/>
                  </a:lnTo>
                  <a:lnTo>
                    <a:pt x="5858063" y="888901"/>
                  </a:lnTo>
                  <a:lnTo>
                    <a:pt x="0" y="888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>
              <p:custDataLst>
                <p:tags r:id="rId8"/>
              </p:custDataLst>
            </p:nvPr>
          </p:nvSpPr>
          <p:spPr>
            <a:xfrm>
              <a:off x="10575766" y="5273564"/>
              <a:ext cx="894715" cy="889000"/>
            </a:xfrm>
            <a:custGeom>
              <a:avLst/>
              <a:gdLst/>
              <a:ahLst/>
              <a:cxnLst/>
              <a:rect l="l" t="t" r="r" b="b"/>
              <a:pathLst>
                <a:path w="894715" h="889000">
                  <a:moveTo>
                    <a:pt x="447329" y="888901"/>
                  </a:moveTo>
                  <a:lnTo>
                    <a:pt x="398587" y="886293"/>
                  </a:lnTo>
                  <a:lnTo>
                    <a:pt x="351366" y="878650"/>
                  </a:lnTo>
                  <a:lnTo>
                    <a:pt x="305938" y="866243"/>
                  </a:lnTo>
                  <a:lnTo>
                    <a:pt x="262576" y="849343"/>
                  </a:lnTo>
                  <a:lnTo>
                    <a:pt x="221553" y="828221"/>
                  </a:lnTo>
                  <a:lnTo>
                    <a:pt x="183142" y="803148"/>
                  </a:lnTo>
                  <a:lnTo>
                    <a:pt x="147615" y="774396"/>
                  </a:lnTo>
                  <a:lnTo>
                    <a:pt x="115246" y="742235"/>
                  </a:lnTo>
                  <a:lnTo>
                    <a:pt x="86308" y="706938"/>
                  </a:lnTo>
                  <a:lnTo>
                    <a:pt x="61073" y="668774"/>
                  </a:lnTo>
                  <a:lnTo>
                    <a:pt x="39814" y="628014"/>
                  </a:lnTo>
                  <a:lnTo>
                    <a:pt x="22805" y="584932"/>
                  </a:lnTo>
                  <a:lnTo>
                    <a:pt x="10317" y="539796"/>
                  </a:lnTo>
                  <a:lnTo>
                    <a:pt x="2624" y="492878"/>
                  </a:lnTo>
                  <a:lnTo>
                    <a:pt x="0" y="444451"/>
                  </a:lnTo>
                  <a:lnTo>
                    <a:pt x="2624" y="396023"/>
                  </a:lnTo>
                  <a:lnTo>
                    <a:pt x="10317" y="349105"/>
                  </a:lnTo>
                  <a:lnTo>
                    <a:pt x="22805" y="303970"/>
                  </a:lnTo>
                  <a:lnTo>
                    <a:pt x="39814" y="260887"/>
                  </a:lnTo>
                  <a:lnTo>
                    <a:pt x="61073" y="220128"/>
                  </a:lnTo>
                  <a:lnTo>
                    <a:pt x="86308" y="181964"/>
                  </a:lnTo>
                  <a:lnTo>
                    <a:pt x="115246" y="146666"/>
                  </a:lnTo>
                  <a:lnTo>
                    <a:pt x="147615" y="114505"/>
                  </a:lnTo>
                  <a:lnTo>
                    <a:pt x="183142" y="85753"/>
                  </a:lnTo>
                  <a:lnTo>
                    <a:pt x="221553" y="60680"/>
                  </a:lnTo>
                  <a:lnTo>
                    <a:pt x="262576" y="39558"/>
                  </a:lnTo>
                  <a:lnTo>
                    <a:pt x="305938" y="22658"/>
                  </a:lnTo>
                  <a:lnTo>
                    <a:pt x="351366" y="10251"/>
                  </a:lnTo>
                  <a:lnTo>
                    <a:pt x="398587" y="2607"/>
                  </a:lnTo>
                  <a:lnTo>
                    <a:pt x="447329" y="0"/>
                  </a:lnTo>
                  <a:lnTo>
                    <a:pt x="496070" y="2607"/>
                  </a:lnTo>
                  <a:lnTo>
                    <a:pt x="543291" y="10251"/>
                  </a:lnTo>
                  <a:lnTo>
                    <a:pt x="588719" y="22658"/>
                  </a:lnTo>
                  <a:lnTo>
                    <a:pt x="632081" y="39558"/>
                  </a:lnTo>
                  <a:lnTo>
                    <a:pt x="673104" y="60680"/>
                  </a:lnTo>
                  <a:lnTo>
                    <a:pt x="711515" y="85753"/>
                  </a:lnTo>
                  <a:lnTo>
                    <a:pt x="747042" y="114505"/>
                  </a:lnTo>
                  <a:lnTo>
                    <a:pt x="779411" y="146666"/>
                  </a:lnTo>
                  <a:lnTo>
                    <a:pt x="808349" y="181964"/>
                  </a:lnTo>
                  <a:lnTo>
                    <a:pt x="833584" y="220128"/>
                  </a:lnTo>
                  <a:lnTo>
                    <a:pt x="854843" y="260887"/>
                  </a:lnTo>
                  <a:lnTo>
                    <a:pt x="871852" y="303970"/>
                  </a:lnTo>
                  <a:lnTo>
                    <a:pt x="884340" y="349105"/>
                  </a:lnTo>
                  <a:lnTo>
                    <a:pt x="892033" y="396023"/>
                  </a:lnTo>
                  <a:lnTo>
                    <a:pt x="894658" y="444451"/>
                  </a:lnTo>
                  <a:lnTo>
                    <a:pt x="892033" y="492878"/>
                  </a:lnTo>
                  <a:lnTo>
                    <a:pt x="884340" y="539796"/>
                  </a:lnTo>
                  <a:lnTo>
                    <a:pt x="871852" y="584932"/>
                  </a:lnTo>
                  <a:lnTo>
                    <a:pt x="854843" y="628014"/>
                  </a:lnTo>
                  <a:lnTo>
                    <a:pt x="833584" y="668774"/>
                  </a:lnTo>
                  <a:lnTo>
                    <a:pt x="808349" y="706938"/>
                  </a:lnTo>
                  <a:lnTo>
                    <a:pt x="779411" y="742235"/>
                  </a:lnTo>
                  <a:lnTo>
                    <a:pt x="747042" y="774396"/>
                  </a:lnTo>
                  <a:lnTo>
                    <a:pt x="711515" y="803148"/>
                  </a:lnTo>
                  <a:lnTo>
                    <a:pt x="673104" y="828221"/>
                  </a:lnTo>
                  <a:lnTo>
                    <a:pt x="632081" y="849343"/>
                  </a:lnTo>
                  <a:lnTo>
                    <a:pt x="588719" y="866243"/>
                  </a:lnTo>
                  <a:lnTo>
                    <a:pt x="543291" y="878650"/>
                  </a:lnTo>
                  <a:lnTo>
                    <a:pt x="496070" y="886293"/>
                  </a:lnTo>
                  <a:lnTo>
                    <a:pt x="447329" y="888901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>
            <p:custDataLst>
              <p:tags r:id="rId9"/>
            </p:custDataLst>
          </p:nvPr>
        </p:nvSpPr>
        <p:spPr>
          <a:xfrm>
            <a:off x="10904195" y="5467271"/>
            <a:ext cx="2374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11" name="object 11"/>
          <p:cNvGrpSpPr/>
          <p:nvPr>
            <p:custDataLst>
              <p:tags r:id="rId10"/>
            </p:custDataLst>
          </p:nvPr>
        </p:nvGrpSpPr>
        <p:grpSpPr>
          <a:xfrm>
            <a:off x="10575766" y="6686240"/>
            <a:ext cx="6684009" cy="889000"/>
            <a:chOff x="10575766" y="6686240"/>
            <a:chExt cx="6684009" cy="889000"/>
          </a:xfrm>
        </p:grpSpPr>
        <p:sp>
          <p:nvSpPr>
            <p:cNvPr id="12" name="object 12"/>
            <p:cNvSpPr/>
            <p:nvPr>
              <p:custDataLst>
                <p:tags r:id="rId11"/>
              </p:custDataLst>
            </p:nvPr>
          </p:nvSpPr>
          <p:spPr>
            <a:xfrm>
              <a:off x="10956913" y="6686240"/>
              <a:ext cx="6302375" cy="889000"/>
            </a:xfrm>
            <a:custGeom>
              <a:avLst/>
              <a:gdLst/>
              <a:ahLst/>
              <a:cxnLst/>
              <a:rect l="l" t="t" r="r" b="b"/>
              <a:pathLst>
                <a:path w="6302375" h="889000">
                  <a:moveTo>
                    <a:pt x="0" y="0"/>
                  </a:moveTo>
                  <a:lnTo>
                    <a:pt x="5858063" y="0"/>
                  </a:lnTo>
                  <a:lnTo>
                    <a:pt x="5906435" y="2608"/>
                  </a:lnTo>
                  <a:lnTo>
                    <a:pt x="5953305" y="10253"/>
                  </a:lnTo>
                  <a:lnTo>
                    <a:pt x="5998401" y="22664"/>
                  </a:lnTo>
                  <a:lnTo>
                    <a:pt x="6041452" y="39570"/>
                  </a:lnTo>
                  <a:lnTo>
                    <a:pt x="6082185" y="60699"/>
                  </a:lnTo>
                  <a:lnTo>
                    <a:pt x="6120329" y="85782"/>
                  </a:lnTo>
                  <a:lnTo>
                    <a:pt x="6155611" y="114546"/>
                  </a:lnTo>
                  <a:lnTo>
                    <a:pt x="6187761" y="146722"/>
                  </a:lnTo>
                  <a:lnTo>
                    <a:pt x="6216506" y="182038"/>
                  </a:lnTo>
                  <a:lnTo>
                    <a:pt x="6241575" y="220224"/>
                  </a:lnTo>
                  <a:lnTo>
                    <a:pt x="6262695" y="261007"/>
                  </a:lnTo>
                  <a:lnTo>
                    <a:pt x="6279595" y="304119"/>
                  </a:lnTo>
                  <a:lnTo>
                    <a:pt x="6292003" y="349287"/>
                  </a:lnTo>
                  <a:lnTo>
                    <a:pt x="6299647" y="396241"/>
                  </a:lnTo>
                  <a:lnTo>
                    <a:pt x="6302256" y="444710"/>
                  </a:lnTo>
                  <a:lnTo>
                    <a:pt x="6299647" y="493082"/>
                  </a:lnTo>
                  <a:lnTo>
                    <a:pt x="6292003" y="539951"/>
                  </a:lnTo>
                  <a:lnTo>
                    <a:pt x="6279595" y="585047"/>
                  </a:lnTo>
                  <a:lnTo>
                    <a:pt x="6262695" y="628098"/>
                  </a:lnTo>
                  <a:lnTo>
                    <a:pt x="6241575" y="668831"/>
                  </a:lnTo>
                  <a:lnTo>
                    <a:pt x="6216506" y="706975"/>
                  </a:lnTo>
                  <a:lnTo>
                    <a:pt x="6187761" y="742257"/>
                  </a:lnTo>
                  <a:lnTo>
                    <a:pt x="6155611" y="774407"/>
                  </a:lnTo>
                  <a:lnTo>
                    <a:pt x="6120329" y="803152"/>
                  </a:lnTo>
                  <a:lnTo>
                    <a:pt x="6082185" y="828221"/>
                  </a:lnTo>
                  <a:lnTo>
                    <a:pt x="6041452" y="849341"/>
                  </a:lnTo>
                  <a:lnTo>
                    <a:pt x="5998401" y="866241"/>
                  </a:lnTo>
                  <a:lnTo>
                    <a:pt x="5953305" y="878649"/>
                  </a:lnTo>
                  <a:lnTo>
                    <a:pt x="5906435" y="886293"/>
                  </a:lnTo>
                  <a:lnTo>
                    <a:pt x="5858063" y="888901"/>
                  </a:lnTo>
                  <a:lnTo>
                    <a:pt x="0" y="888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>
              <p:custDataLst>
                <p:tags r:id="rId12"/>
              </p:custDataLst>
            </p:nvPr>
          </p:nvSpPr>
          <p:spPr>
            <a:xfrm>
              <a:off x="10575766" y="6686340"/>
              <a:ext cx="894715" cy="889000"/>
            </a:xfrm>
            <a:custGeom>
              <a:avLst/>
              <a:gdLst/>
              <a:ahLst/>
              <a:cxnLst/>
              <a:rect l="l" t="t" r="r" b="b"/>
              <a:pathLst>
                <a:path w="894715" h="889000">
                  <a:moveTo>
                    <a:pt x="447329" y="888902"/>
                  </a:moveTo>
                  <a:lnTo>
                    <a:pt x="398587" y="886294"/>
                  </a:lnTo>
                  <a:lnTo>
                    <a:pt x="351366" y="878651"/>
                  </a:lnTo>
                  <a:lnTo>
                    <a:pt x="305938" y="866243"/>
                  </a:lnTo>
                  <a:lnTo>
                    <a:pt x="262576" y="849343"/>
                  </a:lnTo>
                  <a:lnTo>
                    <a:pt x="221553" y="828221"/>
                  </a:lnTo>
                  <a:lnTo>
                    <a:pt x="183142" y="803148"/>
                  </a:lnTo>
                  <a:lnTo>
                    <a:pt x="147615" y="774396"/>
                  </a:lnTo>
                  <a:lnTo>
                    <a:pt x="115246" y="742236"/>
                  </a:lnTo>
                  <a:lnTo>
                    <a:pt x="86308" y="706938"/>
                  </a:lnTo>
                  <a:lnTo>
                    <a:pt x="61073" y="668774"/>
                  </a:lnTo>
                  <a:lnTo>
                    <a:pt x="39814" y="628015"/>
                  </a:lnTo>
                  <a:lnTo>
                    <a:pt x="22805" y="584932"/>
                  </a:lnTo>
                  <a:lnTo>
                    <a:pt x="10317" y="539796"/>
                  </a:lnTo>
                  <a:lnTo>
                    <a:pt x="2624" y="492879"/>
                  </a:lnTo>
                  <a:lnTo>
                    <a:pt x="0" y="444451"/>
                  </a:lnTo>
                  <a:lnTo>
                    <a:pt x="2624" y="396023"/>
                  </a:lnTo>
                  <a:lnTo>
                    <a:pt x="10317" y="349106"/>
                  </a:lnTo>
                  <a:lnTo>
                    <a:pt x="22805" y="303970"/>
                  </a:lnTo>
                  <a:lnTo>
                    <a:pt x="39814" y="260887"/>
                  </a:lnTo>
                  <a:lnTo>
                    <a:pt x="61073" y="220128"/>
                  </a:lnTo>
                  <a:lnTo>
                    <a:pt x="86308" y="181964"/>
                  </a:lnTo>
                  <a:lnTo>
                    <a:pt x="115246" y="146666"/>
                  </a:lnTo>
                  <a:lnTo>
                    <a:pt x="147615" y="114505"/>
                  </a:lnTo>
                  <a:lnTo>
                    <a:pt x="183142" y="85753"/>
                  </a:lnTo>
                  <a:lnTo>
                    <a:pt x="221553" y="60680"/>
                  </a:lnTo>
                  <a:lnTo>
                    <a:pt x="262576" y="39558"/>
                  </a:lnTo>
                  <a:lnTo>
                    <a:pt x="305938" y="22658"/>
                  </a:lnTo>
                  <a:lnTo>
                    <a:pt x="351366" y="10251"/>
                  </a:lnTo>
                  <a:lnTo>
                    <a:pt x="398587" y="2607"/>
                  </a:lnTo>
                  <a:lnTo>
                    <a:pt x="447329" y="0"/>
                  </a:lnTo>
                  <a:lnTo>
                    <a:pt x="496070" y="2607"/>
                  </a:lnTo>
                  <a:lnTo>
                    <a:pt x="543291" y="10251"/>
                  </a:lnTo>
                  <a:lnTo>
                    <a:pt x="588719" y="22658"/>
                  </a:lnTo>
                  <a:lnTo>
                    <a:pt x="632081" y="39558"/>
                  </a:lnTo>
                  <a:lnTo>
                    <a:pt x="673104" y="60680"/>
                  </a:lnTo>
                  <a:lnTo>
                    <a:pt x="711515" y="85753"/>
                  </a:lnTo>
                  <a:lnTo>
                    <a:pt x="747042" y="114505"/>
                  </a:lnTo>
                  <a:lnTo>
                    <a:pt x="779411" y="146666"/>
                  </a:lnTo>
                  <a:lnTo>
                    <a:pt x="808349" y="181964"/>
                  </a:lnTo>
                  <a:lnTo>
                    <a:pt x="833584" y="220128"/>
                  </a:lnTo>
                  <a:lnTo>
                    <a:pt x="854843" y="260887"/>
                  </a:lnTo>
                  <a:lnTo>
                    <a:pt x="871852" y="303970"/>
                  </a:lnTo>
                  <a:lnTo>
                    <a:pt x="884340" y="349106"/>
                  </a:lnTo>
                  <a:lnTo>
                    <a:pt x="892033" y="396023"/>
                  </a:lnTo>
                  <a:lnTo>
                    <a:pt x="894658" y="444451"/>
                  </a:lnTo>
                  <a:lnTo>
                    <a:pt x="892033" y="492879"/>
                  </a:lnTo>
                  <a:lnTo>
                    <a:pt x="884340" y="539796"/>
                  </a:lnTo>
                  <a:lnTo>
                    <a:pt x="871852" y="584932"/>
                  </a:lnTo>
                  <a:lnTo>
                    <a:pt x="854843" y="628015"/>
                  </a:lnTo>
                  <a:lnTo>
                    <a:pt x="833584" y="668774"/>
                  </a:lnTo>
                  <a:lnTo>
                    <a:pt x="808349" y="706938"/>
                  </a:lnTo>
                  <a:lnTo>
                    <a:pt x="779411" y="742236"/>
                  </a:lnTo>
                  <a:lnTo>
                    <a:pt x="747042" y="774396"/>
                  </a:lnTo>
                  <a:lnTo>
                    <a:pt x="711515" y="803148"/>
                  </a:lnTo>
                  <a:lnTo>
                    <a:pt x="673104" y="828221"/>
                  </a:lnTo>
                  <a:lnTo>
                    <a:pt x="632081" y="849343"/>
                  </a:lnTo>
                  <a:lnTo>
                    <a:pt x="588719" y="866243"/>
                  </a:lnTo>
                  <a:lnTo>
                    <a:pt x="543291" y="878651"/>
                  </a:lnTo>
                  <a:lnTo>
                    <a:pt x="496070" y="886294"/>
                  </a:lnTo>
                  <a:lnTo>
                    <a:pt x="447329" y="888902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>
            <p:custDataLst>
              <p:tags r:id="rId13"/>
            </p:custDataLst>
          </p:nvPr>
        </p:nvSpPr>
        <p:spPr>
          <a:xfrm>
            <a:off x="10896307" y="6880048"/>
            <a:ext cx="2533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9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6" name="object 16"/>
          <p:cNvSpPr txBox="1"/>
          <p:nvPr>
            <p:custDataLst>
              <p:tags r:id="rId14"/>
            </p:custDataLst>
          </p:nvPr>
        </p:nvSpPr>
        <p:spPr>
          <a:xfrm>
            <a:off x="11952530" y="3981806"/>
            <a:ext cx="37312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8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5" action="ppaction://hlinksldjump"/>
              </a:rPr>
              <a:t>Flowchart</a:t>
            </a:r>
            <a:r>
              <a:rPr sz="3200" u="heavy" spc="-13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5" action="ppaction://hlinksldjump"/>
              </a:rPr>
              <a:t> </a:t>
            </a:r>
            <a:r>
              <a:rPr sz="3200" u="heavy" spc="6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5" action="ppaction://hlinksldjump"/>
              </a:rPr>
              <a:t>Overview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>
            <p:custDataLst>
              <p:tags r:id="rId16"/>
            </p:custDataLst>
          </p:nvPr>
        </p:nvSpPr>
        <p:spPr>
          <a:xfrm>
            <a:off x="11952530" y="5394583"/>
            <a:ext cx="3449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8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7" action="ppaction://hlinksldjump"/>
              </a:rPr>
              <a:t>Flowchart</a:t>
            </a:r>
            <a:r>
              <a:rPr sz="3200" u="heavy" spc="-135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7" action="ppaction://hlinksldjump"/>
              </a:rPr>
              <a:t> </a:t>
            </a:r>
            <a:r>
              <a:rPr sz="3200" u="heavy" spc="-1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7" action="ppaction://hlinksldjump"/>
              </a:rPr>
              <a:t>Building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/>
          <p:nvPr>
            <p:custDataLst>
              <p:tags r:id="rId18"/>
            </p:custDataLst>
          </p:nvPr>
        </p:nvSpPr>
        <p:spPr>
          <a:xfrm>
            <a:off x="11952530" y="6807361"/>
            <a:ext cx="20859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8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9" action="ppaction://hlinksldjump"/>
              </a:rPr>
              <a:t>Next</a:t>
            </a:r>
            <a:r>
              <a:rPr sz="3200" u="heavy" spc="-15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9" action="ppaction://hlinksldjump"/>
              </a:rPr>
              <a:t> </a:t>
            </a:r>
            <a:r>
              <a:rPr sz="3200" u="heavy" spc="130" dirty="0">
                <a:uFill>
                  <a:solidFill>
                    <a:srgbClr val="000000"/>
                  </a:solidFill>
                </a:uFill>
                <a:latin typeface="Tahoma" panose="020B0604030504040204"/>
                <a:cs typeface="Tahoma" panose="020B0604030504040204"/>
                <a:hlinkClick r:id="rId19" action="ppaction://hlinksldjump"/>
              </a:rPr>
              <a:t>Steps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28699" y="2452208"/>
            <a:ext cx="5833745" cy="1327150"/>
          </a:xfrm>
          <a:custGeom>
            <a:avLst/>
            <a:gdLst/>
            <a:ahLst/>
            <a:cxnLst/>
            <a:rect l="l" t="t" r="r" b="b"/>
            <a:pathLst>
              <a:path w="5833745" h="1327150">
                <a:moveTo>
                  <a:pt x="5170146" y="1326542"/>
                </a:moveTo>
                <a:lnTo>
                  <a:pt x="663271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4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2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40"/>
                </a:lnTo>
                <a:lnTo>
                  <a:pt x="0" y="663271"/>
                </a:lnTo>
                <a:lnTo>
                  <a:pt x="1721" y="615502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7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4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1" y="0"/>
                </a:lnTo>
                <a:lnTo>
                  <a:pt x="5170146" y="0"/>
                </a:lnTo>
                <a:lnTo>
                  <a:pt x="5217915" y="1721"/>
                </a:lnTo>
                <a:lnTo>
                  <a:pt x="5265159" y="6837"/>
                </a:lnTo>
                <a:lnTo>
                  <a:pt x="5311712" y="15281"/>
                </a:lnTo>
                <a:lnTo>
                  <a:pt x="5357405" y="26981"/>
                </a:lnTo>
                <a:lnTo>
                  <a:pt x="5402072" y="41870"/>
                </a:lnTo>
                <a:lnTo>
                  <a:pt x="5445545" y="59877"/>
                </a:lnTo>
                <a:lnTo>
                  <a:pt x="5487657" y="80934"/>
                </a:lnTo>
                <a:lnTo>
                  <a:pt x="5528241" y="104970"/>
                </a:lnTo>
                <a:lnTo>
                  <a:pt x="5567129" y="131917"/>
                </a:lnTo>
                <a:lnTo>
                  <a:pt x="5604154" y="161706"/>
                </a:lnTo>
                <a:lnTo>
                  <a:pt x="5639149" y="194267"/>
                </a:lnTo>
                <a:lnTo>
                  <a:pt x="5671710" y="229262"/>
                </a:lnTo>
                <a:lnTo>
                  <a:pt x="5701499" y="266287"/>
                </a:lnTo>
                <a:lnTo>
                  <a:pt x="5728446" y="305175"/>
                </a:lnTo>
                <a:lnTo>
                  <a:pt x="5752483" y="345759"/>
                </a:lnTo>
                <a:lnTo>
                  <a:pt x="5773539" y="387871"/>
                </a:lnTo>
                <a:lnTo>
                  <a:pt x="5791547" y="431344"/>
                </a:lnTo>
                <a:lnTo>
                  <a:pt x="5806435" y="476011"/>
                </a:lnTo>
                <a:lnTo>
                  <a:pt x="5818136" y="521704"/>
                </a:lnTo>
                <a:lnTo>
                  <a:pt x="5826580" y="568257"/>
                </a:lnTo>
                <a:lnTo>
                  <a:pt x="5831696" y="615502"/>
                </a:lnTo>
                <a:lnTo>
                  <a:pt x="5833417" y="663271"/>
                </a:lnTo>
                <a:lnTo>
                  <a:pt x="5831696" y="711040"/>
                </a:lnTo>
                <a:lnTo>
                  <a:pt x="5826580" y="758284"/>
                </a:lnTo>
                <a:lnTo>
                  <a:pt x="5818136" y="804837"/>
                </a:lnTo>
                <a:lnTo>
                  <a:pt x="5806435" y="850530"/>
                </a:lnTo>
                <a:lnTo>
                  <a:pt x="5791547" y="895197"/>
                </a:lnTo>
                <a:lnTo>
                  <a:pt x="5773539" y="938670"/>
                </a:lnTo>
                <a:lnTo>
                  <a:pt x="5752483" y="980782"/>
                </a:lnTo>
                <a:lnTo>
                  <a:pt x="5728446" y="1021366"/>
                </a:lnTo>
                <a:lnTo>
                  <a:pt x="5701499" y="1060254"/>
                </a:lnTo>
                <a:lnTo>
                  <a:pt x="5671710" y="1097279"/>
                </a:lnTo>
                <a:lnTo>
                  <a:pt x="5639149" y="1132274"/>
                </a:lnTo>
                <a:lnTo>
                  <a:pt x="5604154" y="1164835"/>
                </a:lnTo>
                <a:lnTo>
                  <a:pt x="5567129" y="1194624"/>
                </a:lnTo>
                <a:lnTo>
                  <a:pt x="5528241" y="1221571"/>
                </a:lnTo>
                <a:lnTo>
                  <a:pt x="5487657" y="1245608"/>
                </a:lnTo>
                <a:lnTo>
                  <a:pt x="5445545" y="1266664"/>
                </a:lnTo>
                <a:lnTo>
                  <a:pt x="5402072" y="1284671"/>
                </a:lnTo>
                <a:lnTo>
                  <a:pt x="5357405" y="1299560"/>
                </a:lnTo>
                <a:lnTo>
                  <a:pt x="5311712" y="1311260"/>
                </a:lnTo>
                <a:lnTo>
                  <a:pt x="5265159" y="1319704"/>
                </a:lnTo>
                <a:lnTo>
                  <a:pt x="5217915" y="1324821"/>
                </a:lnTo>
                <a:lnTo>
                  <a:pt x="5170146" y="1326542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907" rIns="0" bIns="0" rtlCol="0">
            <a:spAutoFit/>
          </a:bodyPr>
          <a:lstStyle/>
          <a:p>
            <a:pPr marL="825500">
              <a:lnSpc>
                <a:spcPct val="100000"/>
              </a:lnSpc>
              <a:spcBef>
                <a:spcPts val="100"/>
              </a:spcBef>
            </a:pPr>
            <a:r>
              <a:rPr spc="285" dirty="0"/>
              <a:t>Agenda</a:t>
            </a:r>
            <a:endParaRPr spc="285" dirty="0"/>
          </a:p>
        </p:txBody>
      </p:sp>
      <p:grpSp>
        <p:nvGrpSpPr>
          <p:cNvPr id="21" name="object 21"/>
          <p:cNvGrpSpPr/>
          <p:nvPr/>
        </p:nvGrpSpPr>
        <p:grpSpPr>
          <a:xfrm>
            <a:off x="1038224" y="5538865"/>
            <a:ext cx="6425565" cy="2295525"/>
            <a:chOff x="1038224" y="5538865"/>
            <a:chExt cx="6425565" cy="2295525"/>
          </a:xfrm>
        </p:grpSpPr>
        <p:sp>
          <p:nvSpPr>
            <p:cNvPr id="22" name="object 22"/>
            <p:cNvSpPr/>
            <p:nvPr/>
          </p:nvSpPr>
          <p:spPr>
            <a:xfrm>
              <a:off x="1038224" y="5538865"/>
              <a:ext cx="6425565" cy="2295525"/>
            </a:xfrm>
            <a:custGeom>
              <a:avLst/>
              <a:gdLst/>
              <a:ahLst/>
              <a:cxnLst/>
              <a:rect l="l" t="t" r="r" b="b"/>
              <a:pathLst>
                <a:path w="6425565" h="2295525">
                  <a:moveTo>
                    <a:pt x="6301242" y="2294954"/>
                  </a:moveTo>
                  <a:lnTo>
                    <a:pt x="123741" y="2294954"/>
                  </a:lnTo>
                  <a:lnTo>
                    <a:pt x="75642" y="2285208"/>
                  </a:lnTo>
                  <a:lnTo>
                    <a:pt x="36301" y="2258652"/>
                  </a:lnTo>
                  <a:lnTo>
                    <a:pt x="9746" y="2219312"/>
                  </a:lnTo>
                  <a:lnTo>
                    <a:pt x="0" y="2171212"/>
                  </a:lnTo>
                  <a:lnTo>
                    <a:pt x="0" y="123742"/>
                  </a:lnTo>
                  <a:lnTo>
                    <a:pt x="9746" y="75641"/>
                  </a:lnTo>
                  <a:lnTo>
                    <a:pt x="36301" y="36301"/>
                  </a:lnTo>
                  <a:lnTo>
                    <a:pt x="75642" y="9746"/>
                  </a:lnTo>
                  <a:lnTo>
                    <a:pt x="123741" y="0"/>
                  </a:lnTo>
                  <a:lnTo>
                    <a:pt x="6301242" y="0"/>
                  </a:lnTo>
                  <a:lnTo>
                    <a:pt x="6349341" y="9746"/>
                  </a:lnTo>
                  <a:lnTo>
                    <a:pt x="6388681" y="36301"/>
                  </a:lnTo>
                  <a:lnTo>
                    <a:pt x="6415237" y="75641"/>
                  </a:lnTo>
                  <a:lnTo>
                    <a:pt x="6424983" y="123742"/>
                  </a:lnTo>
                  <a:lnTo>
                    <a:pt x="6424983" y="2171212"/>
                  </a:lnTo>
                  <a:lnTo>
                    <a:pt x="6415237" y="2219312"/>
                  </a:lnTo>
                  <a:lnTo>
                    <a:pt x="6388681" y="2258652"/>
                  </a:lnTo>
                  <a:lnTo>
                    <a:pt x="6349341" y="2285208"/>
                  </a:lnTo>
                  <a:lnTo>
                    <a:pt x="6301242" y="229495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81956" y="6469964"/>
              <a:ext cx="409574" cy="4286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349530" y="2140039"/>
            <a:ext cx="3410402" cy="34103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8399" y="4736572"/>
            <a:ext cx="3410402" cy="341038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365514" y="2905737"/>
            <a:ext cx="2517775" cy="1117600"/>
          </a:xfrm>
          <a:custGeom>
            <a:avLst/>
            <a:gdLst/>
            <a:ahLst/>
            <a:cxnLst/>
            <a:rect l="l" t="t" r="r" b="b"/>
            <a:pathLst>
              <a:path w="2517775" h="1117600">
                <a:moveTo>
                  <a:pt x="1960221" y="1116992"/>
                </a:moveTo>
                <a:lnTo>
                  <a:pt x="558496" y="1116992"/>
                </a:lnTo>
                <a:lnTo>
                  <a:pt x="509389" y="1114830"/>
                </a:lnTo>
                <a:lnTo>
                  <a:pt x="460989" y="1108417"/>
                </a:lnTo>
                <a:lnTo>
                  <a:pt x="413553" y="1097857"/>
                </a:lnTo>
                <a:lnTo>
                  <a:pt x="367338" y="1083259"/>
                </a:lnTo>
                <a:lnTo>
                  <a:pt x="322601" y="1064729"/>
                </a:lnTo>
                <a:lnTo>
                  <a:pt x="279599" y="1042372"/>
                </a:lnTo>
                <a:lnTo>
                  <a:pt x="238590" y="1016296"/>
                </a:lnTo>
                <a:lnTo>
                  <a:pt x="199831" y="986607"/>
                </a:lnTo>
                <a:lnTo>
                  <a:pt x="163579" y="953412"/>
                </a:lnTo>
                <a:lnTo>
                  <a:pt x="130384" y="917160"/>
                </a:lnTo>
                <a:lnTo>
                  <a:pt x="100695" y="878401"/>
                </a:lnTo>
                <a:lnTo>
                  <a:pt x="74619" y="837392"/>
                </a:lnTo>
                <a:lnTo>
                  <a:pt x="52263" y="794390"/>
                </a:lnTo>
                <a:lnTo>
                  <a:pt x="33732" y="749653"/>
                </a:lnTo>
                <a:lnTo>
                  <a:pt x="19134" y="703438"/>
                </a:lnTo>
                <a:lnTo>
                  <a:pt x="8575" y="656002"/>
                </a:lnTo>
                <a:lnTo>
                  <a:pt x="2161" y="607602"/>
                </a:lnTo>
                <a:lnTo>
                  <a:pt x="0" y="558496"/>
                </a:lnTo>
                <a:lnTo>
                  <a:pt x="2161" y="509389"/>
                </a:lnTo>
                <a:lnTo>
                  <a:pt x="8575" y="460989"/>
                </a:lnTo>
                <a:lnTo>
                  <a:pt x="19134" y="413553"/>
                </a:lnTo>
                <a:lnTo>
                  <a:pt x="33732" y="367338"/>
                </a:lnTo>
                <a:lnTo>
                  <a:pt x="52263" y="322601"/>
                </a:lnTo>
                <a:lnTo>
                  <a:pt x="74619" y="279599"/>
                </a:lnTo>
                <a:lnTo>
                  <a:pt x="100695" y="238590"/>
                </a:lnTo>
                <a:lnTo>
                  <a:pt x="130384" y="199831"/>
                </a:lnTo>
                <a:lnTo>
                  <a:pt x="163579" y="163579"/>
                </a:lnTo>
                <a:lnTo>
                  <a:pt x="199831" y="130384"/>
                </a:lnTo>
                <a:lnTo>
                  <a:pt x="238590" y="100695"/>
                </a:lnTo>
                <a:lnTo>
                  <a:pt x="279599" y="74619"/>
                </a:lnTo>
                <a:lnTo>
                  <a:pt x="322601" y="52263"/>
                </a:lnTo>
                <a:lnTo>
                  <a:pt x="367338" y="33732"/>
                </a:lnTo>
                <a:lnTo>
                  <a:pt x="413553" y="19134"/>
                </a:lnTo>
                <a:lnTo>
                  <a:pt x="460989" y="8575"/>
                </a:lnTo>
                <a:lnTo>
                  <a:pt x="509389" y="2161"/>
                </a:lnTo>
                <a:lnTo>
                  <a:pt x="558496" y="0"/>
                </a:lnTo>
                <a:lnTo>
                  <a:pt x="1960221" y="0"/>
                </a:lnTo>
                <a:lnTo>
                  <a:pt x="2009328" y="2161"/>
                </a:lnTo>
                <a:lnTo>
                  <a:pt x="2057728" y="8575"/>
                </a:lnTo>
                <a:lnTo>
                  <a:pt x="2105164" y="19134"/>
                </a:lnTo>
                <a:lnTo>
                  <a:pt x="2151379" y="33732"/>
                </a:lnTo>
                <a:lnTo>
                  <a:pt x="2196116" y="52263"/>
                </a:lnTo>
                <a:lnTo>
                  <a:pt x="2239118" y="74619"/>
                </a:lnTo>
                <a:lnTo>
                  <a:pt x="2280126" y="100695"/>
                </a:lnTo>
                <a:lnTo>
                  <a:pt x="2318885" y="130384"/>
                </a:lnTo>
                <a:lnTo>
                  <a:pt x="2355137" y="163579"/>
                </a:lnTo>
                <a:lnTo>
                  <a:pt x="2388332" y="199831"/>
                </a:lnTo>
                <a:lnTo>
                  <a:pt x="2418021" y="238590"/>
                </a:lnTo>
                <a:lnTo>
                  <a:pt x="2444097" y="279599"/>
                </a:lnTo>
                <a:lnTo>
                  <a:pt x="2466454" y="322601"/>
                </a:lnTo>
                <a:lnTo>
                  <a:pt x="2484985" y="367338"/>
                </a:lnTo>
                <a:lnTo>
                  <a:pt x="2499583" y="413553"/>
                </a:lnTo>
                <a:lnTo>
                  <a:pt x="2510142" y="460989"/>
                </a:lnTo>
                <a:lnTo>
                  <a:pt x="2516555" y="509389"/>
                </a:lnTo>
                <a:lnTo>
                  <a:pt x="2517595" y="533006"/>
                </a:lnTo>
                <a:lnTo>
                  <a:pt x="2517595" y="583986"/>
                </a:lnTo>
                <a:lnTo>
                  <a:pt x="2510142" y="656002"/>
                </a:lnTo>
                <a:lnTo>
                  <a:pt x="2499583" y="703438"/>
                </a:lnTo>
                <a:lnTo>
                  <a:pt x="2484985" y="749653"/>
                </a:lnTo>
                <a:lnTo>
                  <a:pt x="2466454" y="794390"/>
                </a:lnTo>
                <a:lnTo>
                  <a:pt x="2444097" y="837392"/>
                </a:lnTo>
                <a:lnTo>
                  <a:pt x="2418021" y="878401"/>
                </a:lnTo>
                <a:lnTo>
                  <a:pt x="2388332" y="917160"/>
                </a:lnTo>
                <a:lnTo>
                  <a:pt x="2355137" y="953412"/>
                </a:lnTo>
                <a:lnTo>
                  <a:pt x="2318885" y="986607"/>
                </a:lnTo>
                <a:lnTo>
                  <a:pt x="2280126" y="1016296"/>
                </a:lnTo>
                <a:lnTo>
                  <a:pt x="2239118" y="1042372"/>
                </a:lnTo>
                <a:lnTo>
                  <a:pt x="2196116" y="1064729"/>
                </a:lnTo>
                <a:lnTo>
                  <a:pt x="2151379" y="1083259"/>
                </a:lnTo>
                <a:lnTo>
                  <a:pt x="2105164" y="1097857"/>
                </a:lnTo>
                <a:lnTo>
                  <a:pt x="2057728" y="1108417"/>
                </a:lnTo>
                <a:lnTo>
                  <a:pt x="2009328" y="1114830"/>
                </a:lnTo>
                <a:lnTo>
                  <a:pt x="1960221" y="1116992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109159" y="3213744"/>
            <a:ext cx="1031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7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Lukas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285023" y="6270316"/>
            <a:ext cx="2517775" cy="1117600"/>
          </a:xfrm>
          <a:custGeom>
            <a:avLst/>
            <a:gdLst/>
            <a:ahLst/>
            <a:cxnLst/>
            <a:rect l="l" t="t" r="r" b="b"/>
            <a:pathLst>
              <a:path w="2517775" h="1117600">
                <a:moveTo>
                  <a:pt x="1960221" y="1116992"/>
                </a:moveTo>
                <a:lnTo>
                  <a:pt x="558496" y="1116992"/>
                </a:lnTo>
                <a:lnTo>
                  <a:pt x="509389" y="1114830"/>
                </a:lnTo>
                <a:lnTo>
                  <a:pt x="460989" y="1108417"/>
                </a:lnTo>
                <a:lnTo>
                  <a:pt x="413553" y="1097857"/>
                </a:lnTo>
                <a:lnTo>
                  <a:pt x="367338" y="1083259"/>
                </a:lnTo>
                <a:lnTo>
                  <a:pt x="322601" y="1064729"/>
                </a:lnTo>
                <a:lnTo>
                  <a:pt x="279599" y="1042372"/>
                </a:lnTo>
                <a:lnTo>
                  <a:pt x="238591" y="1016296"/>
                </a:lnTo>
                <a:lnTo>
                  <a:pt x="199832" y="986607"/>
                </a:lnTo>
                <a:lnTo>
                  <a:pt x="163580" y="953412"/>
                </a:lnTo>
                <a:lnTo>
                  <a:pt x="130385" y="917160"/>
                </a:lnTo>
                <a:lnTo>
                  <a:pt x="100696" y="878401"/>
                </a:lnTo>
                <a:lnTo>
                  <a:pt x="74620" y="837392"/>
                </a:lnTo>
                <a:lnTo>
                  <a:pt x="52263" y="794390"/>
                </a:lnTo>
                <a:lnTo>
                  <a:pt x="33732" y="749653"/>
                </a:lnTo>
                <a:lnTo>
                  <a:pt x="19134" y="703438"/>
                </a:lnTo>
                <a:lnTo>
                  <a:pt x="8575" y="656002"/>
                </a:lnTo>
                <a:lnTo>
                  <a:pt x="2161" y="607602"/>
                </a:lnTo>
                <a:lnTo>
                  <a:pt x="0" y="558496"/>
                </a:lnTo>
                <a:lnTo>
                  <a:pt x="2161" y="509389"/>
                </a:lnTo>
                <a:lnTo>
                  <a:pt x="8575" y="460989"/>
                </a:lnTo>
                <a:lnTo>
                  <a:pt x="19134" y="413553"/>
                </a:lnTo>
                <a:lnTo>
                  <a:pt x="33732" y="367338"/>
                </a:lnTo>
                <a:lnTo>
                  <a:pt x="52263" y="322601"/>
                </a:lnTo>
                <a:lnTo>
                  <a:pt x="74620" y="279599"/>
                </a:lnTo>
                <a:lnTo>
                  <a:pt x="100696" y="238590"/>
                </a:lnTo>
                <a:lnTo>
                  <a:pt x="130385" y="199831"/>
                </a:lnTo>
                <a:lnTo>
                  <a:pt x="163580" y="163580"/>
                </a:lnTo>
                <a:lnTo>
                  <a:pt x="199832" y="130384"/>
                </a:lnTo>
                <a:lnTo>
                  <a:pt x="238591" y="100696"/>
                </a:lnTo>
                <a:lnTo>
                  <a:pt x="279599" y="74620"/>
                </a:lnTo>
                <a:lnTo>
                  <a:pt x="322601" y="52263"/>
                </a:lnTo>
                <a:lnTo>
                  <a:pt x="367338" y="33732"/>
                </a:lnTo>
                <a:lnTo>
                  <a:pt x="413553" y="19134"/>
                </a:lnTo>
                <a:lnTo>
                  <a:pt x="460989" y="8575"/>
                </a:lnTo>
                <a:lnTo>
                  <a:pt x="509389" y="2161"/>
                </a:lnTo>
                <a:lnTo>
                  <a:pt x="558496" y="0"/>
                </a:lnTo>
                <a:lnTo>
                  <a:pt x="1960221" y="0"/>
                </a:lnTo>
                <a:lnTo>
                  <a:pt x="2009328" y="2161"/>
                </a:lnTo>
                <a:lnTo>
                  <a:pt x="2057728" y="8575"/>
                </a:lnTo>
                <a:lnTo>
                  <a:pt x="2105164" y="19134"/>
                </a:lnTo>
                <a:lnTo>
                  <a:pt x="2151379" y="33732"/>
                </a:lnTo>
                <a:lnTo>
                  <a:pt x="2196116" y="52263"/>
                </a:lnTo>
                <a:lnTo>
                  <a:pt x="2239117" y="74620"/>
                </a:lnTo>
                <a:lnTo>
                  <a:pt x="2280126" y="100696"/>
                </a:lnTo>
                <a:lnTo>
                  <a:pt x="2318885" y="130384"/>
                </a:lnTo>
                <a:lnTo>
                  <a:pt x="2355137" y="163580"/>
                </a:lnTo>
                <a:lnTo>
                  <a:pt x="2388332" y="199831"/>
                </a:lnTo>
                <a:lnTo>
                  <a:pt x="2418021" y="238590"/>
                </a:lnTo>
                <a:lnTo>
                  <a:pt x="2444097" y="279599"/>
                </a:lnTo>
                <a:lnTo>
                  <a:pt x="2466454" y="322601"/>
                </a:lnTo>
                <a:lnTo>
                  <a:pt x="2484984" y="367338"/>
                </a:lnTo>
                <a:lnTo>
                  <a:pt x="2499583" y="413553"/>
                </a:lnTo>
                <a:lnTo>
                  <a:pt x="2510142" y="460989"/>
                </a:lnTo>
                <a:lnTo>
                  <a:pt x="2516555" y="509389"/>
                </a:lnTo>
                <a:lnTo>
                  <a:pt x="2517595" y="533006"/>
                </a:lnTo>
                <a:lnTo>
                  <a:pt x="2517595" y="583985"/>
                </a:lnTo>
                <a:lnTo>
                  <a:pt x="2510142" y="656002"/>
                </a:lnTo>
                <a:lnTo>
                  <a:pt x="2499583" y="703438"/>
                </a:lnTo>
                <a:lnTo>
                  <a:pt x="2484984" y="749653"/>
                </a:lnTo>
                <a:lnTo>
                  <a:pt x="2466454" y="794390"/>
                </a:lnTo>
                <a:lnTo>
                  <a:pt x="2444097" y="837392"/>
                </a:lnTo>
                <a:lnTo>
                  <a:pt x="2418021" y="878401"/>
                </a:lnTo>
                <a:lnTo>
                  <a:pt x="2388332" y="917160"/>
                </a:lnTo>
                <a:lnTo>
                  <a:pt x="2355137" y="953412"/>
                </a:lnTo>
                <a:lnTo>
                  <a:pt x="2318885" y="986607"/>
                </a:lnTo>
                <a:lnTo>
                  <a:pt x="2280126" y="1016296"/>
                </a:lnTo>
                <a:lnTo>
                  <a:pt x="2239117" y="1042372"/>
                </a:lnTo>
                <a:lnTo>
                  <a:pt x="2196116" y="1064729"/>
                </a:lnTo>
                <a:lnTo>
                  <a:pt x="2151379" y="1083259"/>
                </a:lnTo>
                <a:lnTo>
                  <a:pt x="2105164" y="1097857"/>
                </a:lnTo>
                <a:lnTo>
                  <a:pt x="2057728" y="1108417"/>
                </a:lnTo>
                <a:lnTo>
                  <a:pt x="2009328" y="1114830"/>
                </a:lnTo>
                <a:lnTo>
                  <a:pt x="1960221" y="1116992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915558" y="6578322"/>
            <a:ext cx="12579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Wendy</a:t>
            </a:r>
            <a:endParaRPr sz="2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274284" y="6837215"/>
            <a:ext cx="1062355" cy="1016000"/>
          </a:xfrm>
          <a:custGeom>
            <a:avLst/>
            <a:gdLst/>
            <a:ahLst/>
            <a:cxnLst/>
            <a:rect l="l" t="t" r="r" b="b"/>
            <a:pathLst>
              <a:path w="1062355" h="1016000">
                <a:moveTo>
                  <a:pt x="821008" y="1015952"/>
                </a:moveTo>
                <a:lnTo>
                  <a:pt x="530954" y="822156"/>
                </a:lnTo>
                <a:lnTo>
                  <a:pt x="276880" y="1004365"/>
                </a:lnTo>
                <a:lnTo>
                  <a:pt x="259493" y="1013075"/>
                </a:lnTo>
                <a:lnTo>
                  <a:pt x="240729" y="1015952"/>
                </a:lnTo>
                <a:lnTo>
                  <a:pt x="221989" y="1012973"/>
                </a:lnTo>
                <a:lnTo>
                  <a:pt x="204672" y="1004115"/>
                </a:lnTo>
                <a:lnTo>
                  <a:pt x="190942" y="990387"/>
                </a:lnTo>
                <a:lnTo>
                  <a:pt x="182321" y="973484"/>
                </a:lnTo>
                <a:lnTo>
                  <a:pt x="179246" y="954766"/>
                </a:lnTo>
                <a:lnTo>
                  <a:pt x="182153" y="935592"/>
                </a:lnTo>
                <a:lnTo>
                  <a:pt x="276912" y="629766"/>
                </a:lnTo>
                <a:lnTo>
                  <a:pt x="25118" y="452336"/>
                </a:lnTo>
                <a:lnTo>
                  <a:pt x="11486" y="438489"/>
                </a:lnTo>
                <a:lnTo>
                  <a:pt x="2970" y="421506"/>
                </a:lnTo>
                <a:lnTo>
                  <a:pt x="0" y="402736"/>
                </a:lnTo>
                <a:lnTo>
                  <a:pt x="3005" y="383531"/>
                </a:lnTo>
                <a:lnTo>
                  <a:pt x="42138" y="344143"/>
                </a:lnTo>
                <a:lnTo>
                  <a:pt x="373138" y="340493"/>
                </a:lnTo>
                <a:lnTo>
                  <a:pt x="472425" y="42257"/>
                </a:lnTo>
                <a:lnTo>
                  <a:pt x="481364" y="24995"/>
                </a:lnTo>
                <a:lnTo>
                  <a:pt x="494862" y="11653"/>
                </a:lnTo>
                <a:lnTo>
                  <a:pt x="511773" y="3049"/>
                </a:lnTo>
                <a:lnTo>
                  <a:pt x="530954" y="0"/>
                </a:lnTo>
                <a:lnTo>
                  <a:pt x="550136" y="3053"/>
                </a:lnTo>
                <a:lnTo>
                  <a:pt x="567051" y="11665"/>
                </a:lnTo>
                <a:lnTo>
                  <a:pt x="580558" y="25008"/>
                </a:lnTo>
                <a:lnTo>
                  <a:pt x="589515" y="42257"/>
                </a:lnTo>
                <a:lnTo>
                  <a:pt x="687115" y="340493"/>
                </a:lnTo>
                <a:lnTo>
                  <a:pt x="1000562" y="340962"/>
                </a:lnTo>
                <a:lnTo>
                  <a:pt x="1050069" y="366273"/>
                </a:lnTo>
                <a:lnTo>
                  <a:pt x="1061896" y="402736"/>
                </a:lnTo>
                <a:lnTo>
                  <a:pt x="1058931" y="421506"/>
                </a:lnTo>
                <a:lnTo>
                  <a:pt x="1050409" y="438489"/>
                </a:lnTo>
                <a:lnTo>
                  <a:pt x="1036760" y="452336"/>
                </a:lnTo>
                <a:lnTo>
                  <a:pt x="784966" y="629766"/>
                </a:lnTo>
                <a:lnTo>
                  <a:pt x="879725" y="935592"/>
                </a:lnTo>
                <a:lnTo>
                  <a:pt x="870945" y="990387"/>
                </a:lnTo>
                <a:lnTo>
                  <a:pt x="839825" y="1013009"/>
                </a:lnTo>
                <a:lnTo>
                  <a:pt x="830507" y="1015218"/>
                </a:lnTo>
                <a:lnTo>
                  <a:pt x="821008" y="1015952"/>
                </a:lnTo>
                <a:close/>
              </a:path>
            </a:pathLst>
          </a:custGeom>
          <a:solidFill>
            <a:srgbClr val="FFDB5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9126797" y="4153698"/>
            <a:ext cx="1162050" cy="1162050"/>
            <a:chOff x="9126797" y="4153698"/>
            <a:chExt cx="1162050" cy="1162050"/>
          </a:xfrm>
        </p:grpSpPr>
        <p:sp>
          <p:nvSpPr>
            <p:cNvPr id="10" name="object 10"/>
            <p:cNvSpPr/>
            <p:nvPr/>
          </p:nvSpPr>
          <p:spPr>
            <a:xfrm>
              <a:off x="9126797" y="4153698"/>
              <a:ext cx="1162050" cy="1162050"/>
            </a:xfrm>
            <a:custGeom>
              <a:avLst/>
              <a:gdLst/>
              <a:ahLst/>
              <a:cxnLst/>
              <a:rect l="l" t="t" r="r" b="b"/>
              <a:pathLst>
                <a:path w="1162050" h="1162050">
                  <a:moveTo>
                    <a:pt x="644064" y="1162049"/>
                  </a:moveTo>
                  <a:lnTo>
                    <a:pt x="521557" y="1162049"/>
                  </a:lnTo>
                  <a:lnTo>
                    <a:pt x="488276" y="1157993"/>
                  </a:lnTo>
                  <a:lnTo>
                    <a:pt x="442755" y="1148683"/>
                  </a:lnTo>
                  <a:lnTo>
                    <a:pt x="398598" y="1135909"/>
                  </a:lnTo>
                  <a:lnTo>
                    <a:pt x="355956" y="1119821"/>
                  </a:lnTo>
                  <a:lnTo>
                    <a:pt x="314977" y="1100568"/>
                  </a:lnTo>
                  <a:lnTo>
                    <a:pt x="275812" y="1078302"/>
                  </a:lnTo>
                  <a:lnTo>
                    <a:pt x="238611" y="1053171"/>
                  </a:lnTo>
                  <a:lnTo>
                    <a:pt x="203525" y="1025327"/>
                  </a:lnTo>
                  <a:lnTo>
                    <a:pt x="170702" y="994918"/>
                  </a:lnTo>
                  <a:lnTo>
                    <a:pt x="140294" y="962096"/>
                  </a:lnTo>
                  <a:lnTo>
                    <a:pt x="112449" y="927009"/>
                  </a:lnTo>
                  <a:lnTo>
                    <a:pt x="87319" y="889809"/>
                  </a:lnTo>
                  <a:lnTo>
                    <a:pt x="65052" y="850644"/>
                  </a:lnTo>
                  <a:lnTo>
                    <a:pt x="45800" y="809665"/>
                  </a:lnTo>
                  <a:lnTo>
                    <a:pt x="29712" y="767022"/>
                  </a:lnTo>
                  <a:lnTo>
                    <a:pt x="16938" y="722865"/>
                  </a:lnTo>
                  <a:lnTo>
                    <a:pt x="7627" y="677344"/>
                  </a:lnTo>
                  <a:lnTo>
                    <a:pt x="1931" y="630609"/>
                  </a:lnTo>
                  <a:lnTo>
                    <a:pt x="0" y="582810"/>
                  </a:lnTo>
                  <a:lnTo>
                    <a:pt x="1931" y="535011"/>
                  </a:lnTo>
                  <a:lnTo>
                    <a:pt x="7627" y="488276"/>
                  </a:lnTo>
                  <a:lnTo>
                    <a:pt x="16938" y="442755"/>
                  </a:lnTo>
                  <a:lnTo>
                    <a:pt x="29712" y="398599"/>
                  </a:lnTo>
                  <a:lnTo>
                    <a:pt x="45800" y="355956"/>
                  </a:lnTo>
                  <a:lnTo>
                    <a:pt x="65052" y="314977"/>
                  </a:lnTo>
                  <a:lnTo>
                    <a:pt x="87319" y="275812"/>
                  </a:lnTo>
                  <a:lnTo>
                    <a:pt x="112449" y="238612"/>
                  </a:lnTo>
                  <a:lnTo>
                    <a:pt x="140294" y="203525"/>
                  </a:lnTo>
                  <a:lnTo>
                    <a:pt x="170702" y="170702"/>
                  </a:lnTo>
                  <a:lnTo>
                    <a:pt x="203525" y="140294"/>
                  </a:lnTo>
                  <a:lnTo>
                    <a:pt x="238611" y="112449"/>
                  </a:lnTo>
                  <a:lnTo>
                    <a:pt x="275812" y="87319"/>
                  </a:lnTo>
                  <a:lnTo>
                    <a:pt x="314977" y="65052"/>
                  </a:lnTo>
                  <a:lnTo>
                    <a:pt x="355956" y="45800"/>
                  </a:lnTo>
                  <a:lnTo>
                    <a:pt x="398598" y="29712"/>
                  </a:lnTo>
                  <a:lnTo>
                    <a:pt x="442755" y="16938"/>
                  </a:lnTo>
                  <a:lnTo>
                    <a:pt x="488276" y="7628"/>
                  </a:lnTo>
                  <a:lnTo>
                    <a:pt x="535011" y="1931"/>
                  </a:lnTo>
                  <a:lnTo>
                    <a:pt x="582810" y="0"/>
                  </a:lnTo>
                  <a:lnTo>
                    <a:pt x="630609" y="1931"/>
                  </a:lnTo>
                  <a:lnTo>
                    <a:pt x="677344" y="7628"/>
                  </a:lnTo>
                  <a:lnTo>
                    <a:pt x="722865" y="16938"/>
                  </a:lnTo>
                  <a:lnTo>
                    <a:pt x="767022" y="29712"/>
                  </a:lnTo>
                  <a:lnTo>
                    <a:pt x="809665" y="45800"/>
                  </a:lnTo>
                  <a:lnTo>
                    <a:pt x="850644" y="65052"/>
                  </a:lnTo>
                  <a:lnTo>
                    <a:pt x="889808" y="87319"/>
                  </a:lnTo>
                  <a:lnTo>
                    <a:pt x="927009" y="112449"/>
                  </a:lnTo>
                  <a:lnTo>
                    <a:pt x="962096" y="140294"/>
                  </a:lnTo>
                  <a:lnTo>
                    <a:pt x="994918" y="170702"/>
                  </a:lnTo>
                  <a:lnTo>
                    <a:pt x="1025327" y="203525"/>
                  </a:lnTo>
                  <a:lnTo>
                    <a:pt x="1053171" y="238612"/>
                  </a:lnTo>
                  <a:lnTo>
                    <a:pt x="1078302" y="275812"/>
                  </a:lnTo>
                  <a:lnTo>
                    <a:pt x="1100568" y="314977"/>
                  </a:lnTo>
                  <a:lnTo>
                    <a:pt x="1119820" y="355956"/>
                  </a:lnTo>
                  <a:lnTo>
                    <a:pt x="1135909" y="398599"/>
                  </a:lnTo>
                  <a:lnTo>
                    <a:pt x="1148683" y="442755"/>
                  </a:lnTo>
                  <a:lnTo>
                    <a:pt x="1157993" y="488276"/>
                  </a:lnTo>
                  <a:lnTo>
                    <a:pt x="1162049" y="521558"/>
                  </a:lnTo>
                  <a:lnTo>
                    <a:pt x="1162049" y="644063"/>
                  </a:lnTo>
                  <a:lnTo>
                    <a:pt x="1148683" y="722865"/>
                  </a:lnTo>
                  <a:lnTo>
                    <a:pt x="1135909" y="767022"/>
                  </a:lnTo>
                  <a:lnTo>
                    <a:pt x="1119820" y="809665"/>
                  </a:lnTo>
                  <a:lnTo>
                    <a:pt x="1100568" y="850644"/>
                  </a:lnTo>
                  <a:lnTo>
                    <a:pt x="1078302" y="889809"/>
                  </a:lnTo>
                  <a:lnTo>
                    <a:pt x="1053171" y="927009"/>
                  </a:lnTo>
                  <a:lnTo>
                    <a:pt x="1025327" y="962096"/>
                  </a:lnTo>
                  <a:lnTo>
                    <a:pt x="994918" y="994918"/>
                  </a:lnTo>
                  <a:lnTo>
                    <a:pt x="962096" y="1025327"/>
                  </a:lnTo>
                  <a:lnTo>
                    <a:pt x="927009" y="1053171"/>
                  </a:lnTo>
                  <a:lnTo>
                    <a:pt x="889808" y="1078302"/>
                  </a:lnTo>
                  <a:lnTo>
                    <a:pt x="850644" y="1100568"/>
                  </a:lnTo>
                  <a:lnTo>
                    <a:pt x="809665" y="1119821"/>
                  </a:lnTo>
                  <a:lnTo>
                    <a:pt x="767022" y="1135909"/>
                  </a:lnTo>
                  <a:lnTo>
                    <a:pt x="722865" y="1148683"/>
                  </a:lnTo>
                  <a:lnTo>
                    <a:pt x="677344" y="1157993"/>
                  </a:lnTo>
                  <a:lnTo>
                    <a:pt x="644064" y="1162049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191549" y="4574628"/>
              <a:ext cx="1036319" cy="323850"/>
            </a:xfrm>
            <a:custGeom>
              <a:avLst/>
              <a:gdLst/>
              <a:ahLst/>
              <a:cxnLst/>
              <a:rect l="l" t="t" r="r" b="b"/>
              <a:pathLst>
                <a:path w="1036320" h="323850">
                  <a:moveTo>
                    <a:pt x="323786" y="161886"/>
                  </a:moveTo>
                  <a:lnTo>
                    <a:pt x="316814" y="114896"/>
                  </a:lnTo>
                  <a:lnTo>
                    <a:pt x="296494" y="71945"/>
                  </a:lnTo>
                  <a:lnTo>
                    <a:pt x="264591" y="36741"/>
                  </a:lnTo>
                  <a:lnTo>
                    <a:pt x="223850" y="12319"/>
                  </a:lnTo>
                  <a:lnTo>
                    <a:pt x="177761" y="774"/>
                  </a:lnTo>
                  <a:lnTo>
                    <a:pt x="161886" y="0"/>
                  </a:lnTo>
                  <a:lnTo>
                    <a:pt x="146024" y="774"/>
                  </a:lnTo>
                  <a:lnTo>
                    <a:pt x="99936" y="12319"/>
                  </a:lnTo>
                  <a:lnTo>
                    <a:pt x="59182" y="36741"/>
                  </a:lnTo>
                  <a:lnTo>
                    <a:pt x="27279" y="71945"/>
                  </a:lnTo>
                  <a:lnTo>
                    <a:pt x="6972" y="114896"/>
                  </a:lnTo>
                  <a:lnTo>
                    <a:pt x="0" y="161886"/>
                  </a:lnTo>
                  <a:lnTo>
                    <a:pt x="774" y="177749"/>
                  </a:lnTo>
                  <a:lnTo>
                    <a:pt x="12319" y="223837"/>
                  </a:lnTo>
                  <a:lnTo>
                    <a:pt x="36741" y="264591"/>
                  </a:lnTo>
                  <a:lnTo>
                    <a:pt x="71945" y="296494"/>
                  </a:lnTo>
                  <a:lnTo>
                    <a:pt x="114896" y="316814"/>
                  </a:lnTo>
                  <a:lnTo>
                    <a:pt x="161886" y="323773"/>
                  </a:lnTo>
                  <a:lnTo>
                    <a:pt x="177761" y="322999"/>
                  </a:lnTo>
                  <a:lnTo>
                    <a:pt x="223850" y="311454"/>
                  </a:lnTo>
                  <a:lnTo>
                    <a:pt x="264591" y="287032"/>
                  </a:lnTo>
                  <a:lnTo>
                    <a:pt x="296494" y="251828"/>
                  </a:lnTo>
                  <a:lnTo>
                    <a:pt x="316814" y="208876"/>
                  </a:lnTo>
                  <a:lnTo>
                    <a:pt x="323786" y="161886"/>
                  </a:lnTo>
                  <a:close/>
                </a:path>
                <a:path w="1036320" h="323850">
                  <a:moveTo>
                    <a:pt x="1036104" y="161886"/>
                  </a:moveTo>
                  <a:lnTo>
                    <a:pt x="1029144" y="114896"/>
                  </a:lnTo>
                  <a:lnTo>
                    <a:pt x="1008824" y="71945"/>
                  </a:lnTo>
                  <a:lnTo>
                    <a:pt x="976922" y="36741"/>
                  </a:lnTo>
                  <a:lnTo>
                    <a:pt x="936167" y="12319"/>
                  </a:lnTo>
                  <a:lnTo>
                    <a:pt x="890079" y="774"/>
                  </a:lnTo>
                  <a:lnTo>
                    <a:pt x="874217" y="0"/>
                  </a:lnTo>
                  <a:lnTo>
                    <a:pt x="858342" y="774"/>
                  </a:lnTo>
                  <a:lnTo>
                    <a:pt x="812266" y="12319"/>
                  </a:lnTo>
                  <a:lnTo>
                    <a:pt x="771512" y="36741"/>
                  </a:lnTo>
                  <a:lnTo>
                    <a:pt x="739609" y="71945"/>
                  </a:lnTo>
                  <a:lnTo>
                    <a:pt x="719289" y="114896"/>
                  </a:lnTo>
                  <a:lnTo>
                    <a:pt x="712330" y="161886"/>
                  </a:lnTo>
                  <a:lnTo>
                    <a:pt x="713105" y="177749"/>
                  </a:lnTo>
                  <a:lnTo>
                    <a:pt x="724649" y="223837"/>
                  </a:lnTo>
                  <a:lnTo>
                    <a:pt x="749071" y="264591"/>
                  </a:lnTo>
                  <a:lnTo>
                    <a:pt x="784275" y="296494"/>
                  </a:lnTo>
                  <a:lnTo>
                    <a:pt x="827214" y="316814"/>
                  </a:lnTo>
                  <a:lnTo>
                    <a:pt x="874217" y="323773"/>
                  </a:lnTo>
                  <a:lnTo>
                    <a:pt x="890079" y="322999"/>
                  </a:lnTo>
                  <a:lnTo>
                    <a:pt x="936167" y="311454"/>
                  </a:lnTo>
                  <a:lnTo>
                    <a:pt x="976922" y="287032"/>
                  </a:lnTo>
                  <a:lnTo>
                    <a:pt x="1008824" y="251828"/>
                  </a:lnTo>
                  <a:lnTo>
                    <a:pt x="1029144" y="208876"/>
                  </a:lnTo>
                  <a:lnTo>
                    <a:pt x="1036104" y="161886"/>
                  </a:lnTo>
                  <a:close/>
                </a:path>
              </a:pathLst>
            </a:custGeom>
            <a:solidFill>
              <a:srgbClr val="FFA2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353516" y="4509860"/>
              <a:ext cx="712470" cy="534670"/>
            </a:xfrm>
            <a:custGeom>
              <a:avLst/>
              <a:gdLst/>
              <a:ahLst/>
              <a:cxnLst/>
              <a:rect l="l" t="t" r="r" b="b"/>
              <a:pathLst>
                <a:path w="712470" h="534670">
                  <a:moveTo>
                    <a:pt x="356091" y="534243"/>
                  </a:moveTo>
                  <a:lnTo>
                    <a:pt x="285397" y="527234"/>
                  </a:lnTo>
                  <a:lnTo>
                    <a:pt x="224123" y="508697"/>
                  </a:lnTo>
                  <a:lnTo>
                    <a:pt x="172206" y="482365"/>
                  </a:lnTo>
                  <a:lnTo>
                    <a:pt x="129584" y="451973"/>
                  </a:lnTo>
                  <a:lnTo>
                    <a:pt x="96195" y="421255"/>
                  </a:lnTo>
                  <a:lnTo>
                    <a:pt x="56863" y="373776"/>
                  </a:lnTo>
                  <a:lnTo>
                    <a:pt x="46818" y="357845"/>
                  </a:lnTo>
                  <a:lnTo>
                    <a:pt x="48108" y="349330"/>
                  </a:lnTo>
                  <a:lnTo>
                    <a:pt x="53839" y="344149"/>
                  </a:lnTo>
                  <a:lnTo>
                    <a:pt x="59675" y="338936"/>
                  </a:lnTo>
                  <a:lnTo>
                    <a:pt x="61039" y="338936"/>
                  </a:lnTo>
                  <a:lnTo>
                    <a:pt x="68215" y="338613"/>
                  </a:lnTo>
                  <a:lnTo>
                    <a:pt x="113685" y="367971"/>
                  </a:lnTo>
                  <a:lnTo>
                    <a:pt x="157839" y="390511"/>
                  </a:lnTo>
                  <a:lnTo>
                    <a:pt x="214749" y="412973"/>
                  </a:lnTo>
                  <a:lnTo>
                    <a:pt x="281729" y="430218"/>
                  </a:lnTo>
                  <a:lnTo>
                    <a:pt x="356091" y="437108"/>
                  </a:lnTo>
                  <a:lnTo>
                    <a:pt x="598770" y="437108"/>
                  </a:lnTo>
                  <a:lnTo>
                    <a:pt x="582611" y="451973"/>
                  </a:lnTo>
                  <a:lnTo>
                    <a:pt x="539985" y="482365"/>
                  </a:lnTo>
                  <a:lnTo>
                    <a:pt x="488065" y="508697"/>
                  </a:lnTo>
                  <a:lnTo>
                    <a:pt x="426787" y="527234"/>
                  </a:lnTo>
                  <a:lnTo>
                    <a:pt x="356091" y="534243"/>
                  </a:lnTo>
                  <a:close/>
                </a:path>
                <a:path w="712470" h="534670">
                  <a:moveTo>
                    <a:pt x="598770" y="437108"/>
                  </a:moveTo>
                  <a:lnTo>
                    <a:pt x="356091" y="437108"/>
                  </a:lnTo>
                  <a:lnTo>
                    <a:pt x="430586" y="430218"/>
                  </a:lnTo>
                  <a:lnTo>
                    <a:pt x="497599" y="412973"/>
                  </a:lnTo>
                  <a:lnTo>
                    <a:pt x="554478" y="390511"/>
                  </a:lnTo>
                  <a:lnTo>
                    <a:pt x="598570" y="367971"/>
                  </a:lnTo>
                  <a:lnTo>
                    <a:pt x="637783" y="343210"/>
                  </a:lnTo>
                  <a:lnTo>
                    <a:pt x="643968" y="338613"/>
                  </a:lnTo>
                  <a:lnTo>
                    <a:pt x="652580" y="338936"/>
                  </a:lnTo>
                  <a:lnTo>
                    <a:pt x="664107" y="349330"/>
                  </a:lnTo>
                  <a:lnTo>
                    <a:pt x="665370" y="357845"/>
                  </a:lnTo>
                  <a:lnTo>
                    <a:pt x="661387" y="364483"/>
                  </a:lnTo>
                  <a:lnTo>
                    <a:pt x="655329" y="373776"/>
                  </a:lnTo>
                  <a:lnTo>
                    <a:pt x="640221" y="393945"/>
                  </a:lnTo>
                  <a:lnTo>
                    <a:pt x="616002" y="421255"/>
                  </a:lnTo>
                  <a:lnTo>
                    <a:pt x="598770" y="437108"/>
                  </a:lnTo>
                  <a:close/>
                </a:path>
                <a:path w="712470" h="534670">
                  <a:moveTo>
                    <a:pt x="32644" y="129462"/>
                  </a:moveTo>
                  <a:lnTo>
                    <a:pt x="27191" y="129462"/>
                  </a:lnTo>
                  <a:lnTo>
                    <a:pt x="22021" y="128314"/>
                  </a:lnTo>
                  <a:lnTo>
                    <a:pt x="22269" y="128314"/>
                  </a:lnTo>
                  <a:lnTo>
                    <a:pt x="17834" y="126081"/>
                  </a:lnTo>
                  <a:lnTo>
                    <a:pt x="7701" y="118167"/>
                  </a:lnTo>
                  <a:lnTo>
                    <a:pt x="1601" y="107354"/>
                  </a:lnTo>
                  <a:lnTo>
                    <a:pt x="0" y="95042"/>
                  </a:lnTo>
                  <a:lnTo>
                    <a:pt x="3361" y="82629"/>
                  </a:lnTo>
                  <a:lnTo>
                    <a:pt x="12549" y="68298"/>
                  </a:lnTo>
                  <a:lnTo>
                    <a:pt x="39803" y="40052"/>
                  </a:lnTo>
                  <a:lnTo>
                    <a:pt x="88452" y="12437"/>
                  </a:lnTo>
                  <a:lnTo>
                    <a:pt x="161821" y="0"/>
                  </a:lnTo>
                  <a:lnTo>
                    <a:pt x="235174" y="12437"/>
                  </a:lnTo>
                  <a:lnTo>
                    <a:pt x="283823" y="40052"/>
                  </a:lnTo>
                  <a:lnTo>
                    <a:pt x="307657" y="64756"/>
                  </a:lnTo>
                  <a:lnTo>
                    <a:pt x="161821" y="64756"/>
                  </a:lnTo>
                  <a:lnTo>
                    <a:pt x="114490" y="72013"/>
                  </a:lnTo>
                  <a:lnTo>
                    <a:pt x="83490" y="88012"/>
                  </a:lnTo>
                  <a:lnTo>
                    <a:pt x="66513" y="104096"/>
                  </a:lnTo>
                  <a:lnTo>
                    <a:pt x="61254" y="111608"/>
                  </a:lnTo>
                  <a:lnTo>
                    <a:pt x="56007" y="119200"/>
                  </a:lnTo>
                  <a:lnTo>
                    <a:pt x="49096" y="124822"/>
                  </a:lnTo>
                  <a:lnTo>
                    <a:pt x="41019" y="128314"/>
                  </a:lnTo>
                  <a:lnTo>
                    <a:pt x="32644" y="129462"/>
                  </a:lnTo>
                  <a:close/>
                </a:path>
                <a:path w="712470" h="534670">
                  <a:moveTo>
                    <a:pt x="293471" y="129462"/>
                  </a:moveTo>
                  <a:lnTo>
                    <a:pt x="281253" y="127918"/>
                  </a:lnTo>
                  <a:lnTo>
                    <a:pt x="270498" y="121943"/>
                  </a:lnTo>
                  <a:lnTo>
                    <a:pt x="262550" y="111996"/>
                  </a:lnTo>
                  <a:lnTo>
                    <a:pt x="256610" y="103522"/>
                  </a:lnTo>
                  <a:lnTo>
                    <a:pt x="239359" y="87405"/>
                  </a:lnTo>
                  <a:lnTo>
                    <a:pt x="208522" y="71773"/>
                  </a:lnTo>
                  <a:lnTo>
                    <a:pt x="161821" y="64756"/>
                  </a:lnTo>
                  <a:lnTo>
                    <a:pt x="307657" y="64756"/>
                  </a:lnTo>
                  <a:lnTo>
                    <a:pt x="311072" y="68298"/>
                  </a:lnTo>
                  <a:lnTo>
                    <a:pt x="320260" y="82629"/>
                  </a:lnTo>
                  <a:lnTo>
                    <a:pt x="323634" y="95042"/>
                  </a:lnTo>
                  <a:lnTo>
                    <a:pt x="322046" y="107354"/>
                  </a:lnTo>
                  <a:lnTo>
                    <a:pt x="315960" y="118167"/>
                  </a:lnTo>
                  <a:lnTo>
                    <a:pt x="305849" y="126081"/>
                  </a:lnTo>
                  <a:lnTo>
                    <a:pt x="293471" y="129462"/>
                  </a:lnTo>
                  <a:close/>
                </a:path>
                <a:path w="712470" h="534670">
                  <a:moveTo>
                    <a:pt x="418311" y="129108"/>
                  </a:moveTo>
                  <a:lnTo>
                    <a:pt x="388569" y="95074"/>
                  </a:lnTo>
                  <a:lnTo>
                    <a:pt x="388544" y="94880"/>
                  </a:lnTo>
                  <a:lnTo>
                    <a:pt x="391870" y="82629"/>
                  </a:lnTo>
                  <a:lnTo>
                    <a:pt x="401057" y="68311"/>
                  </a:lnTo>
                  <a:lnTo>
                    <a:pt x="428315" y="40064"/>
                  </a:lnTo>
                  <a:lnTo>
                    <a:pt x="476974" y="12441"/>
                  </a:lnTo>
                  <a:lnTo>
                    <a:pt x="550362" y="0"/>
                  </a:lnTo>
                  <a:lnTo>
                    <a:pt x="623747" y="12441"/>
                  </a:lnTo>
                  <a:lnTo>
                    <a:pt x="672401" y="40064"/>
                  </a:lnTo>
                  <a:lnTo>
                    <a:pt x="696224" y="64756"/>
                  </a:lnTo>
                  <a:lnTo>
                    <a:pt x="550362" y="64756"/>
                  </a:lnTo>
                  <a:lnTo>
                    <a:pt x="503403" y="71867"/>
                  </a:lnTo>
                  <a:lnTo>
                    <a:pt x="472558" y="87624"/>
                  </a:lnTo>
                  <a:lnTo>
                    <a:pt x="455313" y="103836"/>
                  </a:lnTo>
                  <a:lnTo>
                    <a:pt x="449600" y="112029"/>
                  </a:lnTo>
                  <a:lnTo>
                    <a:pt x="441457" y="121862"/>
                  </a:lnTo>
                  <a:lnTo>
                    <a:pt x="430570" y="127704"/>
                  </a:lnTo>
                  <a:lnTo>
                    <a:pt x="418311" y="129108"/>
                  </a:lnTo>
                  <a:close/>
                </a:path>
                <a:path w="712470" h="534670">
                  <a:moveTo>
                    <a:pt x="684764" y="129513"/>
                  </a:moveTo>
                  <a:lnTo>
                    <a:pt x="679907" y="129513"/>
                  </a:lnTo>
                  <a:lnTo>
                    <a:pt x="671163" y="128314"/>
                  </a:lnTo>
                  <a:lnTo>
                    <a:pt x="663083" y="124822"/>
                  </a:lnTo>
                  <a:lnTo>
                    <a:pt x="656163" y="119200"/>
                  </a:lnTo>
                  <a:lnTo>
                    <a:pt x="650897" y="111608"/>
                  </a:lnTo>
                  <a:lnTo>
                    <a:pt x="645439" y="103836"/>
                  </a:lnTo>
                  <a:lnTo>
                    <a:pt x="645314" y="103659"/>
                  </a:lnTo>
                  <a:lnTo>
                    <a:pt x="628240" y="87624"/>
                  </a:lnTo>
                  <a:lnTo>
                    <a:pt x="597360" y="71867"/>
                  </a:lnTo>
                  <a:lnTo>
                    <a:pt x="550362" y="64756"/>
                  </a:lnTo>
                  <a:lnTo>
                    <a:pt x="696224" y="64756"/>
                  </a:lnTo>
                  <a:lnTo>
                    <a:pt x="699653" y="68311"/>
                  </a:lnTo>
                  <a:lnTo>
                    <a:pt x="708833" y="82629"/>
                  </a:lnTo>
                  <a:lnTo>
                    <a:pt x="712163" y="94880"/>
                  </a:lnTo>
                  <a:lnTo>
                    <a:pt x="712216" y="95074"/>
                  </a:lnTo>
                  <a:lnTo>
                    <a:pt x="710664" y="107006"/>
                  </a:lnTo>
                  <a:lnTo>
                    <a:pt x="710615" y="107386"/>
                  </a:lnTo>
                  <a:lnTo>
                    <a:pt x="704515" y="118199"/>
                  </a:lnTo>
                  <a:lnTo>
                    <a:pt x="694381" y="126113"/>
                  </a:lnTo>
                  <a:lnTo>
                    <a:pt x="689918" y="128314"/>
                  </a:lnTo>
                  <a:lnTo>
                    <a:pt x="690162" y="128314"/>
                  </a:lnTo>
                  <a:lnTo>
                    <a:pt x="684764" y="129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028699" y="2452208"/>
            <a:ext cx="5833745" cy="1327150"/>
          </a:xfrm>
          <a:custGeom>
            <a:avLst/>
            <a:gdLst/>
            <a:ahLst/>
            <a:cxnLst/>
            <a:rect l="l" t="t" r="r" b="b"/>
            <a:pathLst>
              <a:path w="5833745" h="1327150">
                <a:moveTo>
                  <a:pt x="5170146" y="1326542"/>
                </a:moveTo>
                <a:lnTo>
                  <a:pt x="663271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4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2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40"/>
                </a:lnTo>
                <a:lnTo>
                  <a:pt x="0" y="663271"/>
                </a:lnTo>
                <a:lnTo>
                  <a:pt x="1721" y="615502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7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4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1" y="0"/>
                </a:lnTo>
                <a:lnTo>
                  <a:pt x="5170146" y="0"/>
                </a:lnTo>
                <a:lnTo>
                  <a:pt x="5217915" y="1721"/>
                </a:lnTo>
                <a:lnTo>
                  <a:pt x="5265159" y="6837"/>
                </a:lnTo>
                <a:lnTo>
                  <a:pt x="5311712" y="15281"/>
                </a:lnTo>
                <a:lnTo>
                  <a:pt x="5357405" y="26981"/>
                </a:lnTo>
                <a:lnTo>
                  <a:pt x="5402072" y="41870"/>
                </a:lnTo>
                <a:lnTo>
                  <a:pt x="5445545" y="59877"/>
                </a:lnTo>
                <a:lnTo>
                  <a:pt x="5487657" y="80934"/>
                </a:lnTo>
                <a:lnTo>
                  <a:pt x="5528241" y="104970"/>
                </a:lnTo>
                <a:lnTo>
                  <a:pt x="5567129" y="131917"/>
                </a:lnTo>
                <a:lnTo>
                  <a:pt x="5604154" y="161706"/>
                </a:lnTo>
                <a:lnTo>
                  <a:pt x="5639149" y="194267"/>
                </a:lnTo>
                <a:lnTo>
                  <a:pt x="5671710" y="229262"/>
                </a:lnTo>
                <a:lnTo>
                  <a:pt x="5701499" y="266287"/>
                </a:lnTo>
                <a:lnTo>
                  <a:pt x="5728446" y="305175"/>
                </a:lnTo>
                <a:lnTo>
                  <a:pt x="5752483" y="345759"/>
                </a:lnTo>
                <a:lnTo>
                  <a:pt x="5773539" y="387871"/>
                </a:lnTo>
                <a:lnTo>
                  <a:pt x="5791547" y="431344"/>
                </a:lnTo>
                <a:lnTo>
                  <a:pt x="5806435" y="476011"/>
                </a:lnTo>
                <a:lnTo>
                  <a:pt x="5818136" y="521704"/>
                </a:lnTo>
                <a:lnTo>
                  <a:pt x="5826580" y="568257"/>
                </a:lnTo>
                <a:lnTo>
                  <a:pt x="5831696" y="615502"/>
                </a:lnTo>
                <a:lnTo>
                  <a:pt x="5833417" y="663271"/>
                </a:lnTo>
                <a:lnTo>
                  <a:pt x="5831696" y="711040"/>
                </a:lnTo>
                <a:lnTo>
                  <a:pt x="5826580" y="758284"/>
                </a:lnTo>
                <a:lnTo>
                  <a:pt x="5818136" y="804837"/>
                </a:lnTo>
                <a:lnTo>
                  <a:pt x="5806435" y="850530"/>
                </a:lnTo>
                <a:lnTo>
                  <a:pt x="5791547" y="895197"/>
                </a:lnTo>
                <a:lnTo>
                  <a:pt x="5773539" y="938670"/>
                </a:lnTo>
                <a:lnTo>
                  <a:pt x="5752483" y="980782"/>
                </a:lnTo>
                <a:lnTo>
                  <a:pt x="5728446" y="1021366"/>
                </a:lnTo>
                <a:lnTo>
                  <a:pt x="5701499" y="1060254"/>
                </a:lnTo>
                <a:lnTo>
                  <a:pt x="5671710" y="1097279"/>
                </a:lnTo>
                <a:lnTo>
                  <a:pt x="5639149" y="1132274"/>
                </a:lnTo>
                <a:lnTo>
                  <a:pt x="5604154" y="1164835"/>
                </a:lnTo>
                <a:lnTo>
                  <a:pt x="5567129" y="1194624"/>
                </a:lnTo>
                <a:lnTo>
                  <a:pt x="5528241" y="1221571"/>
                </a:lnTo>
                <a:lnTo>
                  <a:pt x="5487657" y="1245608"/>
                </a:lnTo>
                <a:lnTo>
                  <a:pt x="5445545" y="1266664"/>
                </a:lnTo>
                <a:lnTo>
                  <a:pt x="5402072" y="1284671"/>
                </a:lnTo>
                <a:lnTo>
                  <a:pt x="5357405" y="1299560"/>
                </a:lnTo>
                <a:lnTo>
                  <a:pt x="5311712" y="1311260"/>
                </a:lnTo>
                <a:lnTo>
                  <a:pt x="5265159" y="1319704"/>
                </a:lnTo>
                <a:lnTo>
                  <a:pt x="5217915" y="1324821"/>
                </a:lnTo>
                <a:lnTo>
                  <a:pt x="5170146" y="1326542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907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Hey,</a:t>
            </a:r>
            <a:r>
              <a:rPr spc="-405" dirty="0"/>
              <a:t> </a:t>
            </a:r>
            <a:r>
              <a:rPr spc="-10" dirty="0"/>
              <a:t>there!</a:t>
            </a:r>
            <a:endParaRPr spc="-10" dirty="0"/>
          </a:p>
        </p:txBody>
      </p:sp>
      <p:sp>
        <p:nvSpPr>
          <p:cNvPr id="15" name="object 15"/>
          <p:cNvSpPr/>
          <p:nvPr/>
        </p:nvSpPr>
        <p:spPr>
          <a:xfrm>
            <a:off x="16320734" y="5318532"/>
            <a:ext cx="933450" cy="836930"/>
          </a:xfrm>
          <a:custGeom>
            <a:avLst/>
            <a:gdLst/>
            <a:ahLst/>
            <a:cxnLst/>
            <a:rect l="l" t="t" r="r" b="b"/>
            <a:pathLst>
              <a:path w="933450" h="836929">
                <a:moveTo>
                  <a:pt x="466601" y="836647"/>
                </a:moveTo>
                <a:lnTo>
                  <a:pt x="430354" y="821567"/>
                </a:lnTo>
                <a:lnTo>
                  <a:pt x="392742" y="802279"/>
                </a:lnTo>
                <a:lnTo>
                  <a:pt x="354264" y="779106"/>
                </a:lnTo>
                <a:lnTo>
                  <a:pt x="315420" y="752373"/>
                </a:lnTo>
                <a:lnTo>
                  <a:pt x="276711" y="722402"/>
                </a:lnTo>
                <a:lnTo>
                  <a:pt x="238635" y="689518"/>
                </a:lnTo>
                <a:lnTo>
                  <a:pt x="201693" y="654045"/>
                </a:lnTo>
                <a:lnTo>
                  <a:pt x="166384" y="616307"/>
                </a:lnTo>
                <a:lnTo>
                  <a:pt x="133208" y="576626"/>
                </a:lnTo>
                <a:lnTo>
                  <a:pt x="102665" y="535329"/>
                </a:lnTo>
                <a:lnTo>
                  <a:pt x="75255" y="492737"/>
                </a:lnTo>
                <a:lnTo>
                  <a:pt x="51478" y="449176"/>
                </a:lnTo>
                <a:lnTo>
                  <a:pt x="31833" y="404968"/>
                </a:lnTo>
                <a:lnTo>
                  <a:pt x="16820" y="360439"/>
                </a:lnTo>
                <a:lnTo>
                  <a:pt x="4006" y="301672"/>
                </a:lnTo>
                <a:lnTo>
                  <a:pt x="0" y="257445"/>
                </a:lnTo>
                <a:lnTo>
                  <a:pt x="4147" y="211162"/>
                </a:lnTo>
                <a:lnTo>
                  <a:pt x="16106" y="167603"/>
                </a:lnTo>
                <a:lnTo>
                  <a:pt x="35148" y="127495"/>
                </a:lnTo>
                <a:lnTo>
                  <a:pt x="60547" y="91565"/>
                </a:lnTo>
                <a:lnTo>
                  <a:pt x="91576" y="60539"/>
                </a:lnTo>
                <a:lnTo>
                  <a:pt x="127507" y="35142"/>
                </a:lnTo>
                <a:lnTo>
                  <a:pt x="167614" y="16103"/>
                </a:lnTo>
                <a:lnTo>
                  <a:pt x="211169" y="4146"/>
                </a:lnTo>
                <a:lnTo>
                  <a:pt x="257445" y="0"/>
                </a:lnTo>
                <a:lnTo>
                  <a:pt x="307842" y="4951"/>
                </a:lnTo>
                <a:lnTo>
                  <a:pt x="354883" y="19163"/>
                </a:lnTo>
                <a:lnTo>
                  <a:pt x="397640" y="41672"/>
                </a:lnTo>
                <a:lnTo>
                  <a:pt x="435189" y="71512"/>
                </a:lnTo>
                <a:lnTo>
                  <a:pt x="466601" y="107721"/>
                </a:lnTo>
                <a:lnTo>
                  <a:pt x="498013" y="71512"/>
                </a:lnTo>
                <a:lnTo>
                  <a:pt x="535563" y="41672"/>
                </a:lnTo>
                <a:lnTo>
                  <a:pt x="578325" y="19163"/>
                </a:lnTo>
                <a:lnTo>
                  <a:pt x="625373" y="4951"/>
                </a:lnTo>
                <a:lnTo>
                  <a:pt x="675782" y="0"/>
                </a:lnTo>
                <a:lnTo>
                  <a:pt x="722051" y="4147"/>
                </a:lnTo>
                <a:lnTo>
                  <a:pt x="765600" y="16106"/>
                </a:lnTo>
                <a:lnTo>
                  <a:pt x="805702" y="35148"/>
                </a:lnTo>
                <a:lnTo>
                  <a:pt x="841630" y="60547"/>
                </a:lnTo>
                <a:lnTo>
                  <a:pt x="872657" y="91576"/>
                </a:lnTo>
                <a:lnTo>
                  <a:pt x="898054" y="127507"/>
                </a:lnTo>
                <a:lnTo>
                  <a:pt x="917096" y="167614"/>
                </a:lnTo>
                <a:lnTo>
                  <a:pt x="929054" y="211169"/>
                </a:lnTo>
                <a:lnTo>
                  <a:pt x="933202" y="257445"/>
                </a:lnTo>
                <a:lnTo>
                  <a:pt x="932733" y="272447"/>
                </a:lnTo>
                <a:lnTo>
                  <a:pt x="916339" y="360460"/>
                </a:lnTo>
                <a:lnTo>
                  <a:pt x="901333" y="404985"/>
                </a:lnTo>
                <a:lnTo>
                  <a:pt x="881694" y="449189"/>
                </a:lnTo>
                <a:lnTo>
                  <a:pt x="857921" y="492748"/>
                </a:lnTo>
                <a:lnTo>
                  <a:pt x="830515" y="535336"/>
                </a:lnTo>
                <a:lnTo>
                  <a:pt x="799975" y="576632"/>
                </a:lnTo>
                <a:lnTo>
                  <a:pt x="766801" y="616311"/>
                </a:lnTo>
                <a:lnTo>
                  <a:pt x="731493" y="654048"/>
                </a:lnTo>
                <a:lnTo>
                  <a:pt x="694552" y="689520"/>
                </a:lnTo>
                <a:lnTo>
                  <a:pt x="656477" y="722403"/>
                </a:lnTo>
                <a:lnTo>
                  <a:pt x="617769" y="752373"/>
                </a:lnTo>
                <a:lnTo>
                  <a:pt x="578927" y="779107"/>
                </a:lnTo>
                <a:lnTo>
                  <a:pt x="540452" y="802279"/>
                </a:lnTo>
                <a:lnTo>
                  <a:pt x="502843" y="821567"/>
                </a:lnTo>
                <a:lnTo>
                  <a:pt x="466601" y="836647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16000" y="4522699"/>
            <a:ext cx="5886450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3200" spc="50" dirty="0">
                <a:latin typeface="Tahoma" panose="020B0604030504040204"/>
                <a:cs typeface="Tahoma" panose="020B0604030504040204"/>
              </a:rPr>
              <a:t>We're</a:t>
            </a:r>
            <a:r>
              <a:rPr sz="32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3200" b="1" spc="180" dirty="0">
                <a:latin typeface="Trebuchet MS" panose="020B0603020202020204"/>
                <a:cs typeface="Trebuchet MS" panose="020B0603020202020204"/>
              </a:rPr>
              <a:t>Wendy</a:t>
            </a:r>
            <a:r>
              <a:rPr sz="3200" b="1" spc="-85" dirty="0">
                <a:latin typeface="Trebuchet MS" panose="020B0603020202020204"/>
                <a:cs typeface="Trebuchet MS" panose="020B0603020202020204"/>
              </a:rPr>
              <a:t> </a:t>
            </a:r>
            <a:r>
              <a:rPr sz="3200" spc="100" dirty="0">
                <a:latin typeface="Tahoma" panose="020B0604030504040204"/>
                <a:cs typeface="Tahoma" panose="020B0604030504040204"/>
              </a:rPr>
              <a:t>and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b="1" dirty="0">
                <a:latin typeface="Trebuchet MS" panose="020B0603020202020204"/>
                <a:cs typeface="Trebuchet MS" panose="020B0603020202020204"/>
              </a:rPr>
              <a:t>Lukas</a:t>
            </a:r>
            <a:r>
              <a:rPr sz="3200" dirty="0">
                <a:latin typeface="Tahoma" panose="020B0604030504040204"/>
                <a:cs typeface="Tahoma" panose="020B0604030504040204"/>
              </a:rPr>
              <a:t>,</a:t>
            </a:r>
            <a:r>
              <a:rPr sz="3200" spc="-12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0" dirty="0">
                <a:latin typeface="Tahoma" panose="020B0604030504040204"/>
                <a:cs typeface="Tahoma" panose="020B0604030504040204"/>
              </a:rPr>
              <a:t>your </a:t>
            </a:r>
            <a:r>
              <a:rPr sz="3200" spc="90" dirty="0">
                <a:latin typeface="Tahoma" panose="020B0604030504040204"/>
                <a:cs typeface="Tahoma" panose="020B0604030504040204"/>
              </a:rPr>
              <a:t>facilitators</a:t>
            </a:r>
            <a:r>
              <a:rPr sz="32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for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5" dirty="0">
                <a:latin typeface="Tahoma" panose="020B0604030504040204"/>
                <a:cs typeface="Tahoma" panose="020B0604030504040204"/>
              </a:rPr>
              <a:t>today.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80" dirty="0">
                <a:latin typeface="Tahoma" panose="020B0604030504040204"/>
                <a:cs typeface="Tahoma" panose="020B0604030504040204"/>
              </a:rPr>
              <a:t>Get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0" dirty="0">
                <a:latin typeface="Tahoma" panose="020B0604030504040204"/>
                <a:cs typeface="Tahoma" panose="020B0604030504040204"/>
              </a:rPr>
              <a:t>your </a:t>
            </a:r>
            <a:r>
              <a:rPr sz="3200" spc="105" dirty="0">
                <a:latin typeface="Tahoma" panose="020B0604030504040204"/>
                <a:cs typeface="Tahoma" panose="020B0604030504040204"/>
              </a:rPr>
              <a:t>creative</a:t>
            </a:r>
            <a:r>
              <a:rPr sz="32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85" dirty="0">
                <a:latin typeface="Tahoma" panose="020B0604030504040204"/>
                <a:cs typeface="Tahoma" panose="020B0604030504040204"/>
              </a:rPr>
              <a:t>juices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flowing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55" dirty="0">
                <a:latin typeface="Tahoma" panose="020B0604030504040204"/>
                <a:cs typeface="Tahoma" panose="020B0604030504040204"/>
              </a:rPr>
              <a:t>with</a:t>
            </a:r>
            <a:r>
              <a:rPr sz="3200" spc="-10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0" dirty="0">
                <a:latin typeface="Tahoma" panose="020B0604030504040204"/>
                <a:cs typeface="Tahoma" panose="020B0604030504040204"/>
              </a:rPr>
              <a:t>this </a:t>
            </a:r>
            <a:r>
              <a:rPr sz="3200" spc="80" dirty="0">
                <a:latin typeface="Tahoma" panose="020B0604030504040204"/>
                <a:cs typeface="Tahoma" panose="020B0604030504040204"/>
              </a:rPr>
              <a:t>exciting</a:t>
            </a:r>
            <a:r>
              <a:rPr sz="32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95" dirty="0">
                <a:latin typeface="Tahoma" panose="020B0604030504040204"/>
                <a:cs typeface="Tahoma" panose="020B0604030504040204"/>
              </a:rPr>
              <a:t>collaborative</a:t>
            </a:r>
            <a:r>
              <a:rPr sz="32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50" dirty="0">
                <a:latin typeface="Tahoma" panose="020B0604030504040204"/>
                <a:cs typeface="Tahoma" panose="020B0604030504040204"/>
              </a:rPr>
              <a:t>exercise!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3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06964" y="1845707"/>
            <a:ext cx="5833745" cy="1327150"/>
          </a:xfrm>
          <a:custGeom>
            <a:avLst/>
            <a:gdLst/>
            <a:ahLst/>
            <a:cxnLst/>
            <a:rect l="l" t="t" r="r" b="b"/>
            <a:pathLst>
              <a:path w="5833744" h="1327150">
                <a:moveTo>
                  <a:pt x="5170146" y="1326542"/>
                </a:moveTo>
                <a:lnTo>
                  <a:pt x="663270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5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2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39"/>
                </a:lnTo>
                <a:lnTo>
                  <a:pt x="0" y="663270"/>
                </a:lnTo>
                <a:lnTo>
                  <a:pt x="1721" y="615501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7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5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0" y="0"/>
                </a:lnTo>
                <a:lnTo>
                  <a:pt x="5170146" y="0"/>
                </a:lnTo>
                <a:lnTo>
                  <a:pt x="5217915" y="1721"/>
                </a:lnTo>
                <a:lnTo>
                  <a:pt x="5265159" y="6837"/>
                </a:lnTo>
                <a:lnTo>
                  <a:pt x="5311712" y="15281"/>
                </a:lnTo>
                <a:lnTo>
                  <a:pt x="5357405" y="26981"/>
                </a:lnTo>
                <a:lnTo>
                  <a:pt x="5402072" y="41870"/>
                </a:lnTo>
                <a:lnTo>
                  <a:pt x="5445545" y="59877"/>
                </a:lnTo>
                <a:lnTo>
                  <a:pt x="5487657" y="80934"/>
                </a:lnTo>
                <a:lnTo>
                  <a:pt x="5528241" y="104970"/>
                </a:lnTo>
                <a:lnTo>
                  <a:pt x="5567129" y="131917"/>
                </a:lnTo>
                <a:lnTo>
                  <a:pt x="5604154" y="161706"/>
                </a:lnTo>
                <a:lnTo>
                  <a:pt x="5639149" y="194267"/>
                </a:lnTo>
                <a:lnTo>
                  <a:pt x="5671710" y="229262"/>
                </a:lnTo>
                <a:lnTo>
                  <a:pt x="5701499" y="266287"/>
                </a:lnTo>
                <a:lnTo>
                  <a:pt x="5728446" y="305175"/>
                </a:lnTo>
                <a:lnTo>
                  <a:pt x="5752483" y="345759"/>
                </a:lnTo>
                <a:lnTo>
                  <a:pt x="5773539" y="387871"/>
                </a:lnTo>
                <a:lnTo>
                  <a:pt x="5791547" y="431344"/>
                </a:lnTo>
                <a:lnTo>
                  <a:pt x="5806435" y="476011"/>
                </a:lnTo>
                <a:lnTo>
                  <a:pt x="5818136" y="521704"/>
                </a:lnTo>
                <a:lnTo>
                  <a:pt x="5826580" y="568257"/>
                </a:lnTo>
                <a:lnTo>
                  <a:pt x="5831696" y="615501"/>
                </a:lnTo>
                <a:lnTo>
                  <a:pt x="5833417" y="663270"/>
                </a:lnTo>
                <a:lnTo>
                  <a:pt x="5831696" y="711039"/>
                </a:lnTo>
                <a:lnTo>
                  <a:pt x="5826580" y="758284"/>
                </a:lnTo>
                <a:lnTo>
                  <a:pt x="5818136" y="804837"/>
                </a:lnTo>
                <a:lnTo>
                  <a:pt x="5806435" y="850530"/>
                </a:lnTo>
                <a:lnTo>
                  <a:pt x="5791547" y="895197"/>
                </a:lnTo>
                <a:lnTo>
                  <a:pt x="5773539" y="938670"/>
                </a:lnTo>
                <a:lnTo>
                  <a:pt x="5752483" y="980782"/>
                </a:lnTo>
                <a:lnTo>
                  <a:pt x="5728446" y="1021366"/>
                </a:lnTo>
                <a:lnTo>
                  <a:pt x="5701499" y="1060254"/>
                </a:lnTo>
                <a:lnTo>
                  <a:pt x="5671710" y="1097279"/>
                </a:lnTo>
                <a:lnTo>
                  <a:pt x="5639149" y="1132274"/>
                </a:lnTo>
                <a:lnTo>
                  <a:pt x="5604154" y="1164835"/>
                </a:lnTo>
                <a:lnTo>
                  <a:pt x="5567129" y="1194624"/>
                </a:lnTo>
                <a:lnTo>
                  <a:pt x="5528241" y="1221571"/>
                </a:lnTo>
                <a:lnTo>
                  <a:pt x="5487657" y="1245608"/>
                </a:lnTo>
                <a:lnTo>
                  <a:pt x="5445545" y="1266664"/>
                </a:lnTo>
                <a:lnTo>
                  <a:pt x="5402072" y="1284671"/>
                </a:lnTo>
                <a:lnTo>
                  <a:pt x="5357405" y="1299560"/>
                </a:lnTo>
                <a:lnTo>
                  <a:pt x="5311712" y="1311260"/>
                </a:lnTo>
                <a:lnTo>
                  <a:pt x="5265159" y="1319704"/>
                </a:lnTo>
                <a:lnTo>
                  <a:pt x="5217915" y="1324821"/>
                </a:lnTo>
                <a:lnTo>
                  <a:pt x="5170146" y="1326542"/>
                </a:lnTo>
                <a:close/>
              </a:path>
            </a:pathLst>
          </a:custGeom>
          <a:solidFill>
            <a:srgbClr val="8E7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52122" y="1953688"/>
            <a:ext cx="394335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Flowchart</a:t>
            </a:r>
            <a:endParaRPr spc="60" dirty="0"/>
          </a:p>
        </p:txBody>
      </p:sp>
      <p:sp>
        <p:nvSpPr>
          <p:cNvPr id="4" name="object 4"/>
          <p:cNvSpPr txBox="1"/>
          <p:nvPr/>
        </p:nvSpPr>
        <p:spPr>
          <a:xfrm>
            <a:off x="8968044" y="3855004"/>
            <a:ext cx="7911465" cy="428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6000"/>
              </a:lnSpc>
              <a:spcBef>
                <a:spcPts val="100"/>
              </a:spcBef>
            </a:pPr>
            <a:r>
              <a:rPr sz="3600" spc="110" dirty="0">
                <a:latin typeface="Tahoma" panose="020B0604030504040204"/>
                <a:cs typeface="Tahoma" panose="020B0604030504040204"/>
              </a:rPr>
              <a:t>When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65" dirty="0">
                <a:latin typeface="Tahoma" panose="020B0604030504040204"/>
                <a:cs typeface="Tahoma" panose="020B0604030504040204"/>
              </a:rPr>
              <a:t>workflows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00" dirty="0">
                <a:latin typeface="Tahoma" panose="020B0604030504040204"/>
                <a:cs typeface="Tahoma" panose="020B0604030504040204"/>
              </a:rPr>
              <a:t>get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30" dirty="0">
                <a:latin typeface="Tahoma" panose="020B0604030504040204"/>
                <a:cs typeface="Tahoma" panose="020B0604030504040204"/>
              </a:rPr>
              <a:t>complicated,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5" dirty="0">
                <a:latin typeface="Tahoma" panose="020B0604030504040204"/>
                <a:cs typeface="Tahoma" panose="020B0604030504040204"/>
              </a:rPr>
              <a:t>a </a:t>
            </a:r>
            <a:r>
              <a:rPr sz="3600" spc="95" dirty="0">
                <a:latin typeface="Tahoma" panose="020B0604030504040204"/>
                <a:cs typeface="Tahoma" panose="020B0604030504040204"/>
              </a:rPr>
              <a:t>flowchart</a:t>
            </a:r>
            <a:r>
              <a:rPr sz="36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55" dirty="0">
                <a:latin typeface="Tahoma" panose="020B0604030504040204"/>
                <a:cs typeface="Tahoma" panose="020B0604030504040204"/>
              </a:rPr>
              <a:t>can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dirty="0">
                <a:latin typeface="Tahoma" panose="020B0604030504040204"/>
                <a:cs typeface="Tahoma" panose="020B0604030504040204"/>
              </a:rPr>
              <a:t>help.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dirty="0">
                <a:latin typeface="Tahoma" panose="020B0604030504040204"/>
                <a:cs typeface="Tahoma" panose="020B0604030504040204"/>
              </a:rPr>
              <a:t>This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55" dirty="0">
                <a:latin typeface="Tahoma" panose="020B0604030504040204"/>
                <a:cs typeface="Tahoma" panose="020B0604030504040204"/>
              </a:rPr>
              <a:t>visual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65" dirty="0">
                <a:latin typeface="Tahoma" panose="020B0604030504040204"/>
                <a:cs typeface="Tahoma" panose="020B0604030504040204"/>
              </a:rPr>
              <a:t>map</a:t>
            </a:r>
            <a:r>
              <a:rPr sz="36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5" dirty="0">
                <a:latin typeface="Tahoma" panose="020B0604030504040204"/>
                <a:cs typeface="Tahoma" panose="020B0604030504040204"/>
              </a:rPr>
              <a:t>of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our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75" dirty="0">
                <a:latin typeface="Tahoma" panose="020B0604030504040204"/>
                <a:cs typeface="Tahoma" panose="020B0604030504040204"/>
              </a:rPr>
              <a:t>processes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55" dirty="0">
                <a:latin typeface="Tahoma" panose="020B0604030504040204"/>
                <a:cs typeface="Tahoma" panose="020B0604030504040204"/>
              </a:rPr>
              <a:t>can</a:t>
            </a:r>
            <a:r>
              <a:rPr sz="3600" spc="-15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5" dirty="0">
                <a:latin typeface="Tahoma" panose="020B0604030504040204"/>
                <a:cs typeface="Tahoma" panose="020B0604030504040204"/>
              </a:rPr>
              <a:t>guide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our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65" dirty="0">
                <a:latin typeface="Tahoma" panose="020B0604030504040204"/>
                <a:cs typeface="Tahoma" panose="020B0604030504040204"/>
              </a:rPr>
              <a:t>actions, </a:t>
            </a:r>
            <a:r>
              <a:rPr sz="3600" spc="114" dirty="0">
                <a:latin typeface="Tahoma" panose="020B0604030504040204"/>
                <a:cs typeface="Tahoma" panose="020B0604030504040204"/>
              </a:rPr>
              <a:t>identify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90" dirty="0">
                <a:latin typeface="Tahoma" panose="020B0604030504040204"/>
                <a:cs typeface="Tahoma" panose="020B0604030504040204"/>
              </a:rPr>
              <a:t>roadblocks,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14" dirty="0">
                <a:latin typeface="Tahoma" panose="020B0604030504040204"/>
                <a:cs typeface="Tahoma" panose="020B0604030504040204"/>
              </a:rPr>
              <a:t>and</a:t>
            </a:r>
            <a:r>
              <a:rPr sz="3600" spc="-16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0" dirty="0">
                <a:latin typeface="Tahoma" panose="020B0604030504040204"/>
                <a:cs typeface="Tahoma" panose="020B0604030504040204"/>
              </a:rPr>
              <a:t>streamline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our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30" dirty="0">
                <a:latin typeface="Tahoma" panose="020B0604030504040204"/>
                <a:cs typeface="Tahoma" panose="020B0604030504040204"/>
              </a:rPr>
              <a:t>activities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70" dirty="0">
                <a:latin typeface="Tahoma" panose="020B0604030504040204"/>
                <a:cs typeface="Tahoma" panose="020B0604030504040204"/>
              </a:rPr>
              <a:t>for</a:t>
            </a:r>
            <a:r>
              <a:rPr sz="3600" spc="-165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150" dirty="0">
                <a:latin typeface="Tahoma" panose="020B0604030504040204"/>
                <a:cs typeface="Tahoma" panose="020B0604030504040204"/>
              </a:rPr>
              <a:t>better</a:t>
            </a:r>
            <a:r>
              <a:rPr sz="360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3600" spc="80" dirty="0">
                <a:latin typeface="Tahoma" panose="020B0604030504040204"/>
                <a:cs typeface="Tahoma" panose="020B0604030504040204"/>
              </a:rPr>
              <a:t>efficiency.</a:t>
            </a:r>
            <a:endParaRPr sz="36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4100"/>
              </a:spcBef>
            </a:pPr>
            <a:r>
              <a:rPr sz="3600" b="1" spc="155" dirty="0">
                <a:solidFill>
                  <a:srgbClr val="8E77F7"/>
                </a:solidFill>
                <a:latin typeface="Trebuchet MS" panose="020B0603020202020204"/>
                <a:cs typeface="Trebuchet MS" panose="020B0603020202020204"/>
              </a:rPr>
              <a:t>LET'S</a:t>
            </a:r>
            <a:r>
              <a:rPr sz="3600" b="1" spc="130" dirty="0">
                <a:solidFill>
                  <a:srgbClr val="8E77F7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600" b="1" spc="200" dirty="0">
                <a:solidFill>
                  <a:srgbClr val="8E77F7"/>
                </a:solidFill>
                <a:latin typeface="Trebuchet MS" panose="020B0603020202020204"/>
                <a:cs typeface="Trebuchet MS" panose="020B0603020202020204"/>
              </a:rPr>
              <a:t>BEGIN!</a:t>
            </a:r>
            <a:endParaRPr sz="3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8E77F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0" y="1727410"/>
            <a:ext cx="7802880" cy="6413500"/>
            <a:chOff x="0" y="1727410"/>
            <a:chExt cx="7802880" cy="6413500"/>
          </a:xfrm>
        </p:grpSpPr>
        <p:sp>
          <p:nvSpPr>
            <p:cNvPr id="7" name="object 7"/>
            <p:cNvSpPr/>
            <p:nvPr/>
          </p:nvSpPr>
          <p:spPr>
            <a:xfrm>
              <a:off x="0" y="4538671"/>
              <a:ext cx="3939540" cy="3438525"/>
            </a:xfrm>
            <a:custGeom>
              <a:avLst/>
              <a:gdLst/>
              <a:ahLst/>
              <a:cxnLst/>
              <a:rect l="l" t="t" r="r" b="b"/>
              <a:pathLst>
                <a:path w="3939540" h="3438525">
                  <a:moveTo>
                    <a:pt x="96061" y="3438346"/>
                  </a:moveTo>
                  <a:lnTo>
                    <a:pt x="3149605" y="3438346"/>
                  </a:lnTo>
                  <a:lnTo>
                    <a:pt x="3258208" y="2309703"/>
                  </a:lnTo>
                  <a:lnTo>
                    <a:pt x="3939217" y="1885845"/>
                  </a:lnTo>
                  <a:lnTo>
                    <a:pt x="3710163" y="1463927"/>
                  </a:lnTo>
                  <a:lnTo>
                    <a:pt x="3575735" y="1215271"/>
                  </a:lnTo>
                  <a:lnTo>
                    <a:pt x="3549689" y="1168227"/>
                  </a:lnTo>
                  <a:lnTo>
                    <a:pt x="3522903" y="1121183"/>
                  </a:lnTo>
                  <a:lnTo>
                    <a:pt x="3495343" y="1074474"/>
                  </a:lnTo>
                  <a:lnTo>
                    <a:pt x="3466974" y="1028435"/>
                  </a:lnTo>
                  <a:lnTo>
                    <a:pt x="3437760" y="983400"/>
                  </a:lnTo>
                  <a:lnTo>
                    <a:pt x="3407667" y="939704"/>
                  </a:lnTo>
                  <a:lnTo>
                    <a:pt x="3376660" y="897683"/>
                  </a:lnTo>
                  <a:lnTo>
                    <a:pt x="3344703" y="857670"/>
                  </a:lnTo>
                  <a:lnTo>
                    <a:pt x="3311763" y="820001"/>
                  </a:lnTo>
                  <a:lnTo>
                    <a:pt x="3277804" y="785011"/>
                  </a:lnTo>
                  <a:lnTo>
                    <a:pt x="3242791" y="753035"/>
                  </a:lnTo>
                  <a:lnTo>
                    <a:pt x="3206689" y="724407"/>
                  </a:lnTo>
                  <a:lnTo>
                    <a:pt x="3169463" y="699462"/>
                  </a:lnTo>
                  <a:lnTo>
                    <a:pt x="3131079" y="678535"/>
                  </a:lnTo>
                  <a:lnTo>
                    <a:pt x="3091501" y="661960"/>
                  </a:lnTo>
                  <a:lnTo>
                    <a:pt x="2894714" y="586660"/>
                  </a:lnTo>
                  <a:lnTo>
                    <a:pt x="2670684" y="495288"/>
                  </a:lnTo>
                  <a:lnTo>
                    <a:pt x="2486827" y="418202"/>
                  </a:lnTo>
                  <a:lnTo>
                    <a:pt x="2410561" y="385761"/>
                  </a:lnTo>
                  <a:lnTo>
                    <a:pt x="2291475" y="66668"/>
                  </a:lnTo>
                  <a:lnTo>
                    <a:pt x="2005751" y="190551"/>
                  </a:lnTo>
                  <a:lnTo>
                    <a:pt x="1905713" y="500050"/>
                  </a:lnTo>
                  <a:lnTo>
                    <a:pt x="1810472" y="195278"/>
                  </a:lnTo>
                  <a:lnTo>
                    <a:pt x="1286645" y="0"/>
                  </a:lnTo>
                  <a:lnTo>
                    <a:pt x="1233081" y="114906"/>
                  </a:lnTo>
                  <a:lnTo>
                    <a:pt x="1166106" y="206969"/>
                  </a:lnTo>
                  <a:lnTo>
                    <a:pt x="1072318" y="276268"/>
                  </a:lnTo>
                  <a:lnTo>
                    <a:pt x="1009712" y="302997"/>
                  </a:lnTo>
                  <a:lnTo>
                    <a:pt x="948146" y="328222"/>
                  </a:lnTo>
                  <a:lnTo>
                    <a:pt x="879195" y="355167"/>
                  </a:lnTo>
                  <a:lnTo>
                    <a:pt x="794432" y="387057"/>
                  </a:lnTo>
                  <a:lnTo>
                    <a:pt x="619206" y="451216"/>
                  </a:lnTo>
                  <a:lnTo>
                    <a:pt x="410473" y="526624"/>
                  </a:lnTo>
                  <a:lnTo>
                    <a:pt x="267098" y="577590"/>
                  </a:lnTo>
                  <a:lnTo>
                    <a:pt x="219508" y="594914"/>
                  </a:lnTo>
                  <a:lnTo>
                    <a:pt x="172229" y="612604"/>
                  </a:lnTo>
                  <a:lnTo>
                    <a:pt x="125387" y="630779"/>
                  </a:lnTo>
                  <a:lnTo>
                    <a:pt x="79109" y="649557"/>
                  </a:lnTo>
                  <a:lnTo>
                    <a:pt x="33520" y="669058"/>
                  </a:lnTo>
                  <a:lnTo>
                    <a:pt x="0" y="684287"/>
                  </a:lnTo>
                  <a:lnTo>
                    <a:pt x="0" y="3219533"/>
                  </a:lnTo>
                  <a:lnTo>
                    <a:pt x="96061" y="3438346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6105492"/>
              <a:ext cx="7473315" cy="1876425"/>
            </a:xfrm>
            <a:custGeom>
              <a:avLst/>
              <a:gdLst/>
              <a:ahLst/>
              <a:cxnLst/>
              <a:rect l="l" t="t" r="r" b="b"/>
              <a:pathLst>
                <a:path w="7473315" h="1876425">
                  <a:moveTo>
                    <a:pt x="3520087" y="1876252"/>
                  </a:moveTo>
                  <a:lnTo>
                    <a:pt x="6406034" y="1876252"/>
                  </a:lnTo>
                  <a:lnTo>
                    <a:pt x="7472736" y="0"/>
                  </a:lnTo>
                  <a:lnTo>
                    <a:pt x="4653526" y="0"/>
                  </a:lnTo>
                  <a:lnTo>
                    <a:pt x="3932708" y="1193324"/>
                  </a:lnTo>
                  <a:lnTo>
                    <a:pt x="3777307" y="419061"/>
                  </a:lnTo>
                  <a:lnTo>
                    <a:pt x="3253411" y="738085"/>
                  </a:lnTo>
                  <a:lnTo>
                    <a:pt x="3232445" y="977284"/>
                  </a:lnTo>
                  <a:lnTo>
                    <a:pt x="3333647" y="1485763"/>
                  </a:lnTo>
                  <a:lnTo>
                    <a:pt x="3297773" y="1451181"/>
                  </a:lnTo>
                  <a:lnTo>
                    <a:pt x="3260528" y="1418178"/>
                  </a:lnTo>
                  <a:lnTo>
                    <a:pt x="3221959" y="1386798"/>
                  </a:lnTo>
                  <a:lnTo>
                    <a:pt x="3182119" y="1357086"/>
                  </a:lnTo>
                  <a:lnTo>
                    <a:pt x="3141058" y="1329086"/>
                  </a:lnTo>
                  <a:lnTo>
                    <a:pt x="3098824" y="1302844"/>
                  </a:lnTo>
                  <a:lnTo>
                    <a:pt x="3055469" y="1278404"/>
                  </a:lnTo>
                  <a:lnTo>
                    <a:pt x="3011043" y="1255811"/>
                  </a:lnTo>
                  <a:lnTo>
                    <a:pt x="2965595" y="1235111"/>
                  </a:lnTo>
                  <a:lnTo>
                    <a:pt x="2919176" y="1216347"/>
                  </a:lnTo>
                  <a:lnTo>
                    <a:pt x="2779055" y="1163245"/>
                  </a:lnTo>
                  <a:lnTo>
                    <a:pt x="2730861" y="1146163"/>
                  </a:lnTo>
                  <a:lnTo>
                    <a:pt x="2682083" y="1131238"/>
                  </a:lnTo>
                  <a:lnTo>
                    <a:pt x="2632793" y="1118476"/>
                  </a:lnTo>
                  <a:lnTo>
                    <a:pt x="2583063" y="1107884"/>
                  </a:lnTo>
                  <a:lnTo>
                    <a:pt x="2532966" y="1099468"/>
                  </a:lnTo>
                  <a:lnTo>
                    <a:pt x="2482574" y="1093236"/>
                  </a:lnTo>
                  <a:lnTo>
                    <a:pt x="2431959" y="1089193"/>
                  </a:lnTo>
                  <a:lnTo>
                    <a:pt x="2381194" y="1087346"/>
                  </a:lnTo>
                  <a:lnTo>
                    <a:pt x="2330351" y="1087703"/>
                  </a:lnTo>
                  <a:lnTo>
                    <a:pt x="2279502" y="1090269"/>
                  </a:lnTo>
                  <a:lnTo>
                    <a:pt x="2228719" y="1095052"/>
                  </a:lnTo>
                  <a:lnTo>
                    <a:pt x="2178076" y="1102057"/>
                  </a:lnTo>
                  <a:lnTo>
                    <a:pt x="386581" y="1390522"/>
                  </a:lnTo>
                  <a:lnTo>
                    <a:pt x="362805" y="880947"/>
                  </a:lnTo>
                  <a:lnTo>
                    <a:pt x="0" y="723504"/>
                  </a:lnTo>
                  <a:lnTo>
                    <a:pt x="0" y="1866728"/>
                  </a:lnTo>
                  <a:lnTo>
                    <a:pt x="1448556" y="1866728"/>
                  </a:lnTo>
                  <a:lnTo>
                    <a:pt x="2267630" y="1423891"/>
                  </a:lnTo>
                  <a:lnTo>
                    <a:pt x="2264889" y="1374283"/>
                  </a:lnTo>
                  <a:lnTo>
                    <a:pt x="2399544" y="1556284"/>
                  </a:lnTo>
                  <a:lnTo>
                    <a:pt x="2655567" y="1645104"/>
                  </a:lnTo>
                  <a:lnTo>
                    <a:pt x="2903856" y="1674004"/>
                  </a:lnTo>
                  <a:lnTo>
                    <a:pt x="3015308" y="1676245"/>
                  </a:lnTo>
                  <a:lnTo>
                    <a:pt x="3243887" y="1776283"/>
                  </a:lnTo>
                  <a:lnTo>
                    <a:pt x="3577300" y="1776283"/>
                  </a:lnTo>
                  <a:lnTo>
                    <a:pt x="3573395" y="1771487"/>
                  </a:lnTo>
                  <a:lnTo>
                    <a:pt x="3583398" y="1771487"/>
                  </a:lnTo>
                  <a:lnTo>
                    <a:pt x="3520087" y="18762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0" y="1727410"/>
              <a:ext cx="7802880" cy="6413500"/>
            </a:xfrm>
            <a:custGeom>
              <a:avLst/>
              <a:gdLst/>
              <a:ahLst/>
              <a:cxnLst/>
              <a:rect l="l" t="t" r="r" b="b"/>
              <a:pathLst>
                <a:path w="7802880" h="6413500">
                  <a:moveTo>
                    <a:pt x="1146203" y="292100"/>
                  </a:moveTo>
                  <a:lnTo>
                    <a:pt x="1766963" y="292100"/>
                  </a:lnTo>
                  <a:lnTo>
                    <a:pt x="1761178" y="241300"/>
                  </a:lnTo>
                  <a:lnTo>
                    <a:pt x="1748206" y="203200"/>
                  </a:lnTo>
                  <a:lnTo>
                    <a:pt x="1728636" y="152400"/>
                  </a:lnTo>
                  <a:lnTo>
                    <a:pt x="1703058" y="114300"/>
                  </a:lnTo>
                  <a:lnTo>
                    <a:pt x="1672064" y="76200"/>
                  </a:lnTo>
                  <a:lnTo>
                    <a:pt x="1636244" y="50800"/>
                  </a:lnTo>
                  <a:lnTo>
                    <a:pt x="1596187" y="25400"/>
                  </a:lnTo>
                  <a:lnTo>
                    <a:pt x="1552484" y="12700"/>
                  </a:lnTo>
                  <a:lnTo>
                    <a:pt x="1505727" y="0"/>
                  </a:lnTo>
                  <a:lnTo>
                    <a:pt x="1410524" y="0"/>
                  </a:lnTo>
                  <a:lnTo>
                    <a:pt x="1366639" y="12700"/>
                  </a:lnTo>
                  <a:lnTo>
                    <a:pt x="1325331" y="25400"/>
                  </a:lnTo>
                  <a:lnTo>
                    <a:pt x="1287080" y="38100"/>
                  </a:lnTo>
                  <a:lnTo>
                    <a:pt x="1252368" y="76200"/>
                  </a:lnTo>
                  <a:lnTo>
                    <a:pt x="1221676" y="101600"/>
                  </a:lnTo>
                  <a:lnTo>
                    <a:pt x="1195485" y="139700"/>
                  </a:lnTo>
                  <a:lnTo>
                    <a:pt x="1174277" y="177800"/>
                  </a:lnTo>
                  <a:lnTo>
                    <a:pt x="1158533" y="215900"/>
                  </a:lnTo>
                  <a:lnTo>
                    <a:pt x="1148733" y="254000"/>
                  </a:lnTo>
                  <a:lnTo>
                    <a:pt x="1146203" y="292100"/>
                  </a:lnTo>
                  <a:close/>
                </a:path>
                <a:path w="7802880" h="6413500">
                  <a:moveTo>
                    <a:pt x="2862922" y="2908300"/>
                  </a:moveTo>
                  <a:lnTo>
                    <a:pt x="2891685" y="2882900"/>
                  </a:lnTo>
                  <a:lnTo>
                    <a:pt x="2944369" y="2832100"/>
                  </a:lnTo>
                  <a:lnTo>
                    <a:pt x="2990707" y="2768600"/>
                  </a:lnTo>
                  <a:lnTo>
                    <a:pt x="3011539" y="2730500"/>
                  </a:lnTo>
                  <a:lnTo>
                    <a:pt x="3030834" y="2705100"/>
                  </a:lnTo>
                  <a:lnTo>
                    <a:pt x="3048610" y="2654300"/>
                  </a:lnTo>
                  <a:lnTo>
                    <a:pt x="3064883" y="2616200"/>
                  </a:lnTo>
                  <a:lnTo>
                    <a:pt x="3079671" y="2578100"/>
                  </a:lnTo>
                  <a:lnTo>
                    <a:pt x="3092989" y="2527300"/>
                  </a:lnTo>
                  <a:lnTo>
                    <a:pt x="3104854" y="2476500"/>
                  </a:lnTo>
                  <a:lnTo>
                    <a:pt x="3115284" y="2425700"/>
                  </a:lnTo>
                  <a:lnTo>
                    <a:pt x="3124294" y="2374900"/>
                  </a:lnTo>
                  <a:lnTo>
                    <a:pt x="3131903" y="2311400"/>
                  </a:lnTo>
                  <a:lnTo>
                    <a:pt x="3138125" y="2247900"/>
                  </a:lnTo>
                  <a:lnTo>
                    <a:pt x="3142979" y="2184400"/>
                  </a:lnTo>
                  <a:lnTo>
                    <a:pt x="3146480" y="2120900"/>
                  </a:lnTo>
                  <a:lnTo>
                    <a:pt x="3148646" y="2044700"/>
                  </a:lnTo>
                  <a:lnTo>
                    <a:pt x="3149682" y="1981200"/>
                  </a:lnTo>
                  <a:lnTo>
                    <a:pt x="3149605" y="1816100"/>
                  </a:lnTo>
                  <a:lnTo>
                    <a:pt x="3148689" y="1778000"/>
                  </a:lnTo>
                  <a:lnTo>
                    <a:pt x="3147413" y="1727200"/>
                  </a:lnTo>
                  <a:lnTo>
                    <a:pt x="3145828" y="1689100"/>
                  </a:lnTo>
                  <a:lnTo>
                    <a:pt x="3143987" y="1651000"/>
                  </a:lnTo>
                  <a:lnTo>
                    <a:pt x="3145494" y="1651000"/>
                  </a:lnTo>
                  <a:lnTo>
                    <a:pt x="3142719" y="1574800"/>
                  </a:lnTo>
                  <a:lnTo>
                    <a:pt x="3136129" y="1447800"/>
                  </a:lnTo>
                  <a:lnTo>
                    <a:pt x="3123294" y="1206500"/>
                  </a:lnTo>
                  <a:lnTo>
                    <a:pt x="3120330" y="1168400"/>
                  </a:lnTo>
                  <a:lnTo>
                    <a:pt x="3116309" y="1130300"/>
                  </a:lnTo>
                  <a:lnTo>
                    <a:pt x="3111114" y="1079500"/>
                  </a:lnTo>
                  <a:lnTo>
                    <a:pt x="3104627" y="1041400"/>
                  </a:lnTo>
                  <a:lnTo>
                    <a:pt x="3096731" y="1003300"/>
                  </a:lnTo>
                  <a:lnTo>
                    <a:pt x="3087310" y="965200"/>
                  </a:lnTo>
                  <a:lnTo>
                    <a:pt x="3076246" y="939800"/>
                  </a:lnTo>
                  <a:lnTo>
                    <a:pt x="3063421" y="901700"/>
                  </a:lnTo>
                  <a:lnTo>
                    <a:pt x="3048720" y="863600"/>
                  </a:lnTo>
                  <a:lnTo>
                    <a:pt x="3032024" y="825500"/>
                  </a:lnTo>
                  <a:lnTo>
                    <a:pt x="3013217" y="800100"/>
                  </a:lnTo>
                  <a:lnTo>
                    <a:pt x="2992182" y="762000"/>
                  </a:lnTo>
                  <a:lnTo>
                    <a:pt x="2968801" y="736600"/>
                  </a:lnTo>
                  <a:lnTo>
                    <a:pt x="2942956" y="698500"/>
                  </a:lnTo>
                  <a:lnTo>
                    <a:pt x="2914532" y="673100"/>
                  </a:lnTo>
                  <a:lnTo>
                    <a:pt x="2883411" y="647700"/>
                  </a:lnTo>
                  <a:lnTo>
                    <a:pt x="2849476" y="609600"/>
                  </a:lnTo>
                  <a:lnTo>
                    <a:pt x="2812609" y="584200"/>
                  </a:lnTo>
                  <a:lnTo>
                    <a:pt x="2772694" y="558800"/>
                  </a:lnTo>
                  <a:lnTo>
                    <a:pt x="2729613" y="533400"/>
                  </a:lnTo>
                  <a:lnTo>
                    <a:pt x="2683250" y="508000"/>
                  </a:lnTo>
                  <a:lnTo>
                    <a:pt x="2633486" y="482600"/>
                  </a:lnTo>
                  <a:lnTo>
                    <a:pt x="2580206" y="444500"/>
                  </a:lnTo>
                  <a:lnTo>
                    <a:pt x="2523291" y="419100"/>
                  </a:lnTo>
                  <a:lnTo>
                    <a:pt x="2462625" y="393700"/>
                  </a:lnTo>
                  <a:lnTo>
                    <a:pt x="2398091" y="368300"/>
                  </a:lnTo>
                  <a:lnTo>
                    <a:pt x="2329571" y="342900"/>
                  </a:lnTo>
                  <a:lnTo>
                    <a:pt x="2269191" y="330200"/>
                  </a:lnTo>
                  <a:lnTo>
                    <a:pt x="2154335" y="304800"/>
                  </a:lnTo>
                  <a:lnTo>
                    <a:pt x="2047047" y="279400"/>
                  </a:lnTo>
                  <a:lnTo>
                    <a:pt x="1809556" y="279400"/>
                  </a:lnTo>
                  <a:lnTo>
                    <a:pt x="1766963" y="292100"/>
                  </a:lnTo>
                  <a:lnTo>
                    <a:pt x="1146203" y="292100"/>
                  </a:lnTo>
                  <a:lnTo>
                    <a:pt x="1149592" y="355600"/>
                  </a:lnTo>
                  <a:lnTo>
                    <a:pt x="1161833" y="406400"/>
                  </a:lnTo>
                  <a:lnTo>
                    <a:pt x="1207609" y="495300"/>
                  </a:lnTo>
                  <a:lnTo>
                    <a:pt x="1239778" y="533400"/>
                  </a:lnTo>
                  <a:lnTo>
                    <a:pt x="1277223" y="558800"/>
                  </a:lnTo>
                  <a:lnTo>
                    <a:pt x="1319260" y="584200"/>
                  </a:lnTo>
                  <a:lnTo>
                    <a:pt x="1288825" y="622300"/>
                  </a:lnTo>
                  <a:lnTo>
                    <a:pt x="1259790" y="660400"/>
                  </a:lnTo>
                  <a:lnTo>
                    <a:pt x="1232078" y="698500"/>
                  </a:lnTo>
                  <a:lnTo>
                    <a:pt x="1205609" y="749300"/>
                  </a:lnTo>
                  <a:lnTo>
                    <a:pt x="1180304" y="787400"/>
                  </a:lnTo>
                  <a:lnTo>
                    <a:pt x="1073734" y="1054100"/>
                  </a:lnTo>
                  <a:lnTo>
                    <a:pt x="1061631" y="1130300"/>
                  </a:lnTo>
                  <a:lnTo>
                    <a:pt x="2888343" y="1130300"/>
                  </a:lnTo>
                  <a:lnTo>
                    <a:pt x="2895396" y="1181100"/>
                  </a:lnTo>
                  <a:lnTo>
                    <a:pt x="2907228" y="1244600"/>
                  </a:lnTo>
                  <a:lnTo>
                    <a:pt x="2923069" y="1295400"/>
                  </a:lnTo>
                  <a:lnTo>
                    <a:pt x="2942150" y="1346200"/>
                  </a:lnTo>
                  <a:lnTo>
                    <a:pt x="2963701" y="1397000"/>
                  </a:lnTo>
                  <a:lnTo>
                    <a:pt x="2986954" y="1435100"/>
                  </a:lnTo>
                  <a:lnTo>
                    <a:pt x="3011139" y="1473200"/>
                  </a:lnTo>
                  <a:lnTo>
                    <a:pt x="3035487" y="1511300"/>
                  </a:lnTo>
                  <a:lnTo>
                    <a:pt x="3059229" y="1549400"/>
                  </a:lnTo>
                  <a:lnTo>
                    <a:pt x="3045668" y="1612900"/>
                  </a:lnTo>
                  <a:lnTo>
                    <a:pt x="3017273" y="1765300"/>
                  </a:lnTo>
                  <a:lnTo>
                    <a:pt x="2994273" y="1879600"/>
                  </a:lnTo>
                  <a:lnTo>
                    <a:pt x="2944297" y="1879600"/>
                  </a:lnTo>
                  <a:lnTo>
                    <a:pt x="2967385" y="1892300"/>
                  </a:lnTo>
                  <a:lnTo>
                    <a:pt x="2989066" y="1905000"/>
                  </a:lnTo>
                  <a:lnTo>
                    <a:pt x="2979380" y="1955800"/>
                  </a:lnTo>
                  <a:lnTo>
                    <a:pt x="2959313" y="2044700"/>
                  </a:lnTo>
                  <a:lnTo>
                    <a:pt x="2938670" y="2159000"/>
                  </a:lnTo>
                  <a:lnTo>
                    <a:pt x="2917875" y="2260600"/>
                  </a:lnTo>
                  <a:lnTo>
                    <a:pt x="2799795" y="2260600"/>
                  </a:lnTo>
                  <a:lnTo>
                    <a:pt x="2845212" y="2273300"/>
                  </a:lnTo>
                  <a:lnTo>
                    <a:pt x="2894647" y="2286000"/>
                  </a:lnTo>
                  <a:lnTo>
                    <a:pt x="2912530" y="2286000"/>
                  </a:lnTo>
                  <a:lnTo>
                    <a:pt x="2903160" y="2324100"/>
                  </a:lnTo>
                  <a:lnTo>
                    <a:pt x="2893893" y="2374900"/>
                  </a:lnTo>
                  <a:lnTo>
                    <a:pt x="2875872" y="2463800"/>
                  </a:lnTo>
                  <a:lnTo>
                    <a:pt x="2859813" y="2527300"/>
                  </a:lnTo>
                  <a:lnTo>
                    <a:pt x="2842249" y="2590800"/>
                  </a:lnTo>
                  <a:lnTo>
                    <a:pt x="2823082" y="2654300"/>
                  </a:lnTo>
                  <a:lnTo>
                    <a:pt x="2802215" y="2692400"/>
                  </a:lnTo>
                  <a:lnTo>
                    <a:pt x="2779548" y="2730500"/>
                  </a:lnTo>
                  <a:lnTo>
                    <a:pt x="2754986" y="2768600"/>
                  </a:lnTo>
                  <a:lnTo>
                    <a:pt x="2699779" y="2819400"/>
                  </a:lnTo>
                  <a:lnTo>
                    <a:pt x="2733970" y="2819400"/>
                  </a:lnTo>
                  <a:lnTo>
                    <a:pt x="2862922" y="2908300"/>
                  </a:lnTo>
                  <a:close/>
                </a:path>
                <a:path w="7802880" h="6413500">
                  <a:moveTo>
                    <a:pt x="1698836" y="2819400"/>
                  </a:moveTo>
                  <a:lnTo>
                    <a:pt x="1723179" y="2819400"/>
                  </a:lnTo>
                  <a:lnTo>
                    <a:pt x="1723216" y="2552700"/>
                  </a:lnTo>
                  <a:lnTo>
                    <a:pt x="1775939" y="2197100"/>
                  </a:lnTo>
                  <a:lnTo>
                    <a:pt x="1838786" y="1879600"/>
                  </a:lnTo>
                  <a:lnTo>
                    <a:pt x="1869193" y="1752600"/>
                  </a:lnTo>
                  <a:lnTo>
                    <a:pt x="2375341" y="1612900"/>
                  </a:lnTo>
                  <a:lnTo>
                    <a:pt x="2687129" y="1409700"/>
                  </a:lnTo>
                  <a:lnTo>
                    <a:pt x="2844736" y="1206500"/>
                  </a:lnTo>
                  <a:lnTo>
                    <a:pt x="2888343" y="1130300"/>
                  </a:lnTo>
                  <a:lnTo>
                    <a:pt x="1061631" y="1130300"/>
                  </a:lnTo>
                  <a:lnTo>
                    <a:pt x="1037425" y="1282700"/>
                  </a:lnTo>
                  <a:lnTo>
                    <a:pt x="1039222" y="1447800"/>
                  </a:lnTo>
                  <a:lnTo>
                    <a:pt x="1046966" y="1511300"/>
                  </a:lnTo>
                  <a:lnTo>
                    <a:pt x="993045" y="1600200"/>
                  </a:lnTo>
                  <a:lnTo>
                    <a:pt x="894178" y="1841500"/>
                  </a:lnTo>
                  <a:lnTo>
                    <a:pt x="844708" y="2120900"/>
                  </a:lnTo>
                  <a:lnTo>
                    <a:pt x="938981" y="2400300"/>
                  </a:lnTo>
                  <a:lnTo>
                    <a:pt x="973288" y="2438400"/>
                  </a:lnTo>
                  <a:lnTo>
                    <a:pt x="1009943" y="2476500"/>
                  </a:lnTo>
                  <a:lnTo>
                    <a:pt x="1048607" y="2501900"/>
                  </a:lnTo>
                  <a:lnTo>
                    <a:pt x="1088939" y="2540000"/>
                  </a:lnTo>
                  <a:lnTo>
                    <a:pt x="1130602" y="2565400"/>
                  </a:lnTo>
                  <a:lnTo>
                    <a:pt x="1173255" y="2590800"/>
                  </a:lnTo>
                  <a:lnTo>
                    <a:pt x="1216559" y="2628900"/>
                  </a:lnTo>
                  <a:lnTo>
                    <a:pt x="1260174" y="2641600"/>
                  </a:lnTo>
                  <a:lnTo>
                    <a:pt x="1346980" y="2692400"/>
                  </a:lnTo>
                  <a:lnTo>
                    <a:pt x="1389492" y="2705100"/>
                  </a:lnTo>
                  <a:lnTo>
                    <a:pt x="1388053" y="2717800"/>
                  </a:lnTo>
                  <a:lnTo>
                    <a:pt x="1413953" y="2717800"/>
                  </a:lnTo>
                  <a:lnTo>
                    <a:pt x="1534189" y="2768600"/>
                  </a:lnTo>
                  <a:lnTo>
                    <a:pt x="1632494" y="2794000"/>
                  </a:lnTo>
                  <a:lnTo>
                    <a:pt x="1698836" y="2819400"/>
                  </a:lnTo>
                  <a:close/>
                </a:path>
                <a:path w="7802880" h="6413500">
                  <a:moveTo>
                    <a:pt x="2527929" y="1778000"/>
                  </a:moveTo>
                  <a:lnTo>
                    <a:pt x="2536978" y="1778000"/>
                  </a:lnTo>
                  <a:lnTo>
                    <a:pt x="2553971" y="1765300"/>
                  </a:lnTo>
                  <a:lnTo>
                    <a:pt x="2543822" y="1752600"/>
                  </a:lnTo>
                  <a:lnTo>
                    <a:pt x="2518232" y="1739900"/>
                  </a:lnTo>
                  <a:lnTo>
                    <a:pt x="2478112" y="1727200"/>
                  </a:lnTo>
                  <a:lnTo>
                    <a:pt x="2424374" y="1714500"/>
                  </a:lnTo>
                  <a:lnTo>
                    <a:pt x="2357929" y="1714500"/>
                  </a:lnTo>
                  <a:lnTo>
                    <a:pt x="2305769" y="1739900"/>
                  </a:lnTo>
                  <a:lnTo>
                    <a:pt x="2421034" y="1739900"/>
                  </a:lnTo>
                  <a:lnTo>
                    <a:pt x="2469230" y="1752600"/>
                  </a:lnTo>
                  <a:lnTo>
                    <a:pt x="2505104" y="1765300"/>
                  </a:lnTo>
                  <a:lnTo>
                    <a:pt x="2527929" y="1778000"/>
                  </a:lnTo>
                  <a:close/>
                </a:path>
                <a:path w="7802880" h="6413500">
                  <a:moveTo>
                    <a:pt x="2290584" y="1765300"/>
                  </a:moveTo>
                  <a:lnTo>
                    <a:pt x="2361243" y="1739900"/>
                  </a:lnTo>
                  <a:lnTo>
                    <a:pt x="2305769" y="1739900"/>
                  </a:lnTo>
                  <a:lnTo>
                    <a:pt x="2279690" y="1752600"/>
                  </a:lnTo>
                  <a:lnTo>
                    <a:pt x="2290584" y="1765300"/>
                  </a:lnTo>
                  <a:close/>
                </a:path>
                <a:path w="7802880" h="6413500">
                  <a:moveTo>
                    <a:pt x="2950684" y="1816100"/>
                  </a:moveTo>
                  <a:lnTo>
                    <a:pt x="2963919" y="1816100"/>
                  </a:lnTo>
                  <a:lnTo>
                    <a:pt x="2976253" y="1803400"/>
                  </a:lnTo>
                  <a:lnTo>
                    <a:pt x="2964256" y="1790700"/>
                  </a:lnTo>
                  <a:lnTo>
                    <a:pt x="2935943" y="1778000"/>
                  </a:lnTo>
                  <a:lnTo>
                    <a:pt x="2789093" y="1778000"/>
                  </a:lnTo>
                  <a:lnTo>
                    <a:pt x="2750700" y="1803400"/>
                  </a:lnTo>
                  <a:lnTo>
                    <a:pt x="2916313" y="1803400"/>
                  </a:lnTo>
                  <a:lnTo>
                    <a:pt x="2950684" y="1816100"/>
                  </a:lnTo>
                  <a:close/>
                </a:path>
                <a:path w="7802880" h="6413500">
                  <a:moveTo>
                    <a:pt x="2349958" y="2222500"/>
                  </a:moveTo>
                  <a:lnTo>
                    <a:pt x="2448852" y="2222500"/>
                  </a:lnTo>
                  <a:lnTo>
                    <a:pt x="2494287" y="2209800"/>
                  </a:lnTo>
                  <a:lnTo>
                    <a:pt x="2534391" y="2184400"/>
                  </a:lnTo>
                  <a:lnTo>
                    <a:pt x="2567857" y="2146300"/>
                  </a:lnTo>
                  <a:lnTo>
                    <a:pt x="2593378" y="2108200"/>
                  </a:lnTo>
                  <a:lnTo>
                    <a:pt x="2609650" y="2057400"/>
                  </a:lnTo>
                  <a:lnTo>
                    <a:pt x="2615364" y="2006600"/>
                  </a:lnTo>
                  <a:lnTo>
                    <a:pt x="2609650" y="1968500"/>
                  </a:lnTo>
                  <a:lnTo>
                    <a:pt x="2593378" y="1917700"/>
                  </a:lnTo>
                  <a:lnTo>
                    <a:pt x="2567857" y="1879600"/>
                  </a:lnTo>
                  <a:lnTo>
                    <a:pt x="2534391" y="1841500"/>
                  </a:lnTo>
                  <a:lnTo>
                    <a:pt x="2494287" y="1816100"/>
                  </a:lnTo>
                  <a:lnTo>
                    <a:pt x="2448852" y="1803400"/>
                  </a:lnTo>
                  <a:lnTo>
                    <a:pt x="2399392" y="1790700"/>
                  </a:lnTo>
                  <a:lnTo>
                    <a:pt x="2349958" y="1803400"/>
                  </a:lnTo>
                  <a:lnTo>
                    <a:pt x="2304541" y="1816100"/>
                  </a:lnTo>
                  <a:lnTo>
                    <a:pt x="2399392" y="1816100"/>
                  </a:lnTo>
                  <a:lnTo>
                    <a:pt x="2443017" y="1828800"/>
                  </a:lnTo>
                  <a:lnTo>
                    <a:pt x="2483091" y="1841500"/>
                  </a:lnTo>
                  <a:lnTo>
                    <a:pt x="2518462" y="1866900"/>
                  </a:lnTo>
                  <a:lnTo>
                    <a:pt x="2547977" y="1892300"/>
                  </a:lnTo>
                  <a:lnTo>
                    <a:pt x="2570486" y="1930400"/>
                  </a:lnTo>
                  <a:lnTo>
                    <a:pt x="2584835" y="1968500"/>
                  </a:lnTo>
                  <a:lnTo>
                    <a:pt x="2589875" y="2006600"/>
                  </a:lnTo>
                  <a:lnTo>
                    <a:pt x="2584835" y="2057400"/>
                  </a:lnTo>
                  <a:lnTo>
                    <a:pt x="2570486" y="2095500"/>
                  </a:lnTo>
                  <a:lnTo>
                    <a:pt x="2547977" y="2133600"/>
                  </a:lnTo>
                  <a:lnTo>
                    <a:pt x="2518462" y="2159000"/>
                  </a:lnTo>
                  <a:lnTo>
                    <a:pt x="2483091" y="2184400"/>
                  </a:lnTo>
                  <a:lnTo>
                    <a:pt x="2443017" y="2197100"/>
                  </a:lnTo>
                  <a:lnTo>
                    <a:pt x="2284495" y="2197100"/>
                  </a:lnTo>
                  <a:lnTo>
                    <a:pt x="2304541" y="2209800"/>
                  </a:lnTo>
                  <a:lnTo>
                    <a:pt x="2349958" y="2222500"/>
                  </a:lnTo>
                  <a:close/>
                </a:path>
                <a:path w="7802880" h="6413500">
                  <a:moveTo>
                    <a:pt x="2746714" y="1841500"/>
                  </a:moveTo>
                  <a:lnTo>
                    <a:pt x="2808297" y="1803400"/>
                  </a:lnTo>
                  <a:lnTo>
                    <a:pt x="2750700" y="1803400"/>
                  </a:lnTo>
                  <a:lnTo>
                    <a:pt x="2731503" y="1816100"/>
                  </a:lnTo>
                  <a:lnTo>
                    <a:pt x="2746714" y="1841500"/>
                  </a:lnTo>
                  <a:close/>
                </a:path>
                <a:path w="7802880" h="6413500">
                  <a:moveTo>
                    <a:pt x="2284495" y="2197100"/>
                  </a:moveTo>
                  <a:lnTo>
                    <a:pt x="2355792" y="2197100"/>
                  </a:lnTo>
                  <a:lnTo>
                    <a:pt x="2315737" y="2184400"/>
                  </a:lnTo>
                  <a:lnTo>
                    <a:pt x="2280378" y="2159000"/>
                  </a:lnTo>
                  <a:lnTo>
                    <a:pt x="2250870" y="2133600"/>
                  </a:lnTo>
                  <a:lnTo>
                    <a:pt x="2228366" y="2095500"/>
                  </a:lnTo>
                  <a:lnTo>
                    <a:pt x="2214017" y="2057400"/>
                  </a:lnTo>
                  <a:lnTo>
                    <a:pt x="2208978" y="2006600"/>
                  </a:lnTo>
                  <a:lnTo>
                    <a:pt x="2214017" y="1968500"/>
                  </a:lnTo>
                  <a:lnTo>
                    <a:pt x="2228366" y="1930400"/>
                  </a:lnTo>
                  <a:lnTo>
                    <a:pt x="2250870" y="1892300"/>
                  </a:lnTo>
                  <a:lnTo>
                    <a:pt x="2280378" y="1866900"/>
                  </a:lnTo>
                  <a:lnTo>
                    <a:pt x="2315737" y="1841500"/>
                  </a:lnTo>
                  <a:lnTo>
                    <a:pt x="2355792" y="1828800"/>
                  </a:lnTo>
                  <a:lnTo>
                    <a:pt x="2399392" y="1816100"/>
                  </a:lnTo>
                  <a:lnTo>
                    <a:pt x="2304541" y="1816100"/>
                  </a:lnTo>
                  <a:lnTo>
                    <a:pt x="2264449" y="1841500"/>
                  </a:lnTo>
                  <a:lnTo>
                    <a:pt x="2230991" y="1879600"/>
                  </a:lnTo>
                  <a:lnTo>
                    <a:pt x="2205473" y="1917700"/>
                  </a:lnTo>
                  <a:lnTo>
                    <a:pt x="2189203" y="1968500"/>
                  </a:lnTo>
                  <a:lnTo>
                    <a:pt x="2183489" y="2006600"/>
                  </a:lnTo>
                  <a:lnTo>
                    <a:pt x="2189203" y="2057400"/>
                  </a:lnTo>
                  <a:lnTo>
                    <a:pt x="2205473" y="2108200"/>
                  </a:lnTo>
                  <a:lnTo>
                    <a:pt x="2230991" y="2146300"/>
                  </a:lnTo>
                  <a:lnTo>
                    <a:pt x="2264449" y="2184400"/>
                  </a:lnTo>
                  <a:lnTo>
                    <a:pt x="2284495" y="2197100"/>
                  </a:lnTo>
                  <a:close/>
                </a:path>
                <a:path w="7802880" h="6413500">
                  <a:moveTo>
                    <a:pt x="2799795" y="2260600"/>
                  </a:moveTo>
                  <a:lnTo>
                    <a:pt x="2894647" y="2260600"/>
                  </a:lnTo>
                  <a:lnTo>
                    <a:pt x="2851047" y="2247900"/>
                  </a:lnTo>
                  <a:lnTo>
                    <a:pt x="2810991" y="2235200"/>
                  </a:lnTo>
                  <a:lnTo>
                    <a:pt x="2775633" y="2209800"/>
                  </a:lnTo>
                  <a:lnTo>
                    <a:pt x="2746125" y="2184400"/>
                  </a:lnTo>
                  <a:lnTo>
                    <a:pt x="2723620" y="2146300"/>
                  </a:lnTo>
                  <a:lnTo>
                    <a:pt x="2709272" y="2108200"/>
                  </a:lnTo>
                  <a:lnTo>
                    <a:pt x="2704233" y="2070100"/>
                  </a:lnTo>
                  <a:lnTo>
                    <a:pt x="2709272" y="2019300"/>
                  </a:lnTo>
                  <a:lnTo>
                    <a:pt x="2723620" y="1981200"/>
                  </a:lnTo>
                  <a:lnTo>
                    <a:pt x="2746125" y="1943100"/>
                  </a:lnTo>
                  <a:lnTo>
                    <a:pt x="2775633" y="1917700"/>
                  </a:lnTo>
                  <a:lnTo>
                    <a:pt x="2810991" y="1892300"/>
                  </a:lnTo>
                  <a:lnTo>
                    <a:pt x="2851047" y="1879600"/>
                  </a:lnTo>
                  <a:lnTo>
                    <a:pt x="2994273" y="1879600"/>
                  </a:lnTo>
                  <a:lnTo>
                    <a:pt x="2971191" y="1866900"/>
                  </a:lnTo>
                  <a:lnTo>
                    <a:pt x="2946772" y="1854200"/>
                  </a:lnTo>
                  <a:lnTo>
                    <a:pt x="2845212" y="1854200"/>
                  </a:lnTo>
                  <a:lnTo>
                    <a:pt x="2799795" y="1866900"/>
                  </a:lnTo>
                  <a:lnTo>
                    <a:pt x="2759704" y="1892300"/>
                  </a:lnTo>
                  <a:lnTo>
                    <a:pt x="2726245" y="1930400"/>
                  </a:lnTo>
                  <a:lnTo>
                    <a:pt x="2700727" y="1968500"/>
                  </a:lnTo>
                  <a:lnTo>
                    <a:pt x="2684457" y="2019300"/>
                  </a:lnTo>
                  <a:lnTo>
                    <a:pt x="2678744" y="2070100"/>
                  </a:lnTo>
                  <a:lnTo>
                    <a:pt x="2684457" y="2120900"/>
                  </a:lnTo>
                  <a:lnTo>
                    <a:pt x="2700727" y="2159000"/>
                  </a:lnTo>
                  <a:lnTo>
                    <a:pt x="2726245" y="2197100"/>
                  </a:lnTo>
                  <a:lnTo>
                    <a:pt x="2759704" y="2235200"/>
                  </a:lnTo>
                  <a:lnTo>
                    <a:pt x="2799795" y="2260600"/>
                  </a:lnTo>
                  <a:close/>
                </a:path>
                <a:path w="7802880" h="6413500">
                  <a:moveTo>
                    <a:pt x="2408487" y="2057400"/>
                  </a:moveTo>
                  <a:lnTo>
                    <a:pt x="2431957" y="2057400"/>
                  </a:lnTo>
                  <a:lnTo>
                    <a:pt x="2420222" y="2044700"/>
                  </a:lnTo>
                  <a:lnTo>
                    <a:pt x="2408487" y="2057400"/>
                  </a:lnTo>
                  <a:close/>
                </a:path>
                <a:path w="7802880" h="6413500">
                  <a:moveTo>
                    <a:pt x="2398904" y="2108200"/>
                  </a:moveTo>
                  <a:lnTo>
                    <a:pt x="2441540" y="2108200"/>
                  </a:lnTo>
                  <a:lnTo>
                    <a:pt x="2448001" y="2095500"/>
                  </a:lnTo>
                  <a:lnTo>
                    <a:pt x="2450370" y="2082800"/>
                  </a:lnTo>
                  <a:lnTo>
                    <a:pt x="2448001" y="2070100"/>
                  </a:lnTo>
                  <a:lnTo>
                    <a:pt x="2441540" y="2057400"/>
                  </a:lnTo>
                  <a:lnTo>
                    <a:pt x="2398904" y="2057400"/>
                  </a:lnTo>
                  <a:lnTo>
                    <a:pt x="2392443" y="2070100"/>
                  </a:lnTo>
                  <a:lnTo>
                    <a:pt x="2390073" y="2082800"/>
                  </a:lnTo>
                  <a:lnTo>
                    <a:pt x="2392443" y="2095500"/>
                  </a:lnTo>
                  <a:lnTo>
                    <a:pt x="2398904" y="2108200"/>
                  </a:lnTo>
                  <a:close/>
                </a:path>
                <a:path w="7802880" h="6413500">
                  <a:moveTo>
                    <a:pt x="2827352" y="2146300"/>
                  </a:moveTo>
                  <a:lnTo>
                    <a:pt x="2869988" y="2146300"/>
                  </a:lnTo>
                  <a:lnTo>
                    <a:pt x="2876449" y="2133600"/>
                  </a:lnTo>
                  <a:lnTo>
                    <a:pt x="2878819" y="2120900"/>
                  </a:lnTo>
                  <a:lnTo>
                    <a:pt x="2876449" y="2108200"/>
                  </a:lnTo>
                  <a:lnTo>
                    <a:pt x="2869988" y="2095500"/>
                  </a:lnTo>
                  <a:lnTo>
                    <a:pt x="2827352" y="2095500"/>
                  </a:lnTo>
                  <a:lnTo>
                    <a:pt x="2820891" y="2108200"/>
                  </a:lnTo>
                  <a:lnTo>
                    <a:pt x="2818522" y="2120900"/>
                  </a:lnTo>
                  <a:lnTo>
                    <a:pt x="2820891" y="2133600"/>
                  </a:lnTo>
                  <a:lnTo>
                    <a:pt x="2827352" y="2146300"/>
                  </a:lnTo>
                  <a:close/>
                </a:path>
                <a:path w="7802880" h="6413500">
                  <a:moveTo>
                    <a:pt x="2716360" y="2463800"/>
                  </a:moveTo>
                  <a:lnTo>
                    <a:pt x="2675592" y="2159000"/>
                  </a:lnTo>
                  <a:lnTo>
                    <a:pt x="2650308" y="2159000"/>
                  </a:lnTo>
                  <a:lnTo>
                    <a:pt x="2685732" y="2425700"/>
                  </a:lnTo>
                  <a:lnTo>
                    <a:pt x="2606645" y="2425700"/>
                  </a:lnTo>
                  <a:lnTo>
                    <a:pt x="2716360" y="2463800"/>
                  </a:lnTo>
                  <a:close/>
                </a:path>
                <a:path w="7802880" h="6413500">
                  <a:moveTo>
                    <a:pt x="2606645" y="2425700"/>
                  </a:moveTo>
                  <a:lnTo>
                    <a:pt x="2685732" y="2425700"/>
                  </a:lnTo>
                  <a:lnTo>
                    <a:pt x="2577952" y="2387600"/>
                  </a:lnTo>
                  <a:lnTo>
                    <a:pt x="2570073" y="2413000"/>
                  </a:lnTo>
                  <a:lnTo>
                    <a:pt x="2606645" y="2425700"/>
                  </a:lnTo>
                  <a:close/>
                </a:path>
                <a:path w="7802880" h="6413500">
                  <a:moveTo>
                    <a:pt x="2595740" y="2540000"/>
                  </a:moveTo>
                  <a:lnTo>
                    <a:pt x="2613240" y="2540000"/>
                  </a:lnTo>
                  <a:lnTo>
                    <a:pt x="2614199" y="2514600"/>
                  </a:lnTo>
                  <a:lnTo>
                    <a:pt x="2599181" y="2514600"/>
                  </a:lnTo>
                  <a:lnTo>
                    <a:pt x="2561379" y="2501900"/>
                  </a:lnTo>
                  <a:lnTo>
                    <a:pt x="2509664" y="2489200"/>
                  </a:lnTo>
                  <a:lnTo>
                    <a:pt x="2452905" y="2451100"/>
                  </a:lnTo>
                  <a:lnTo>
                    <a:pt x="2433619" y="2438400"/>
                  </a:lnTo>
                  <a:lnTo>
                    <a:pt x="2395829" y="2438400"/>
                  </a:lnTo>
                  <a:lnTo>
                    <a:pt x="2387094" y="2451100"/>
                  </a:lnTo>
                  <a:lnTo>
                    <a:pt x="2381038" y="2463800"/>
                  </a:lnTo>
                  <a:lnTo>
                    <a:pt x="2427573" y="2463800"/>
                  </a:lnTo>
                  <a:lnTo>
                    <a:pt x="2438037" y="2476500"/>
                  </a:lnTo>
                  <a:lnTo>
                    <a:pt x="2499281" y="2514600"/>
                  </a:lnTo>
                  <a:lnTo>
                    <a:pt x="2554801" y="2527300"/>
                  </a:lnTo>
                  <a:lnTo>
                    <a:pt x="2595740" y="2540000"/>
                  </a:lnTo>
                  <a:close/>
                </a:path>
                <a:path w="7802880" h="6413500">
                  <a:moveTo>
                    <a:pt x="2491961" y="2616200"/>
                  </a:moveTo>
                  <a:lnTo>
                    <a:pt x="2500526" y="2590800"/>
                  </a:lnTo>
                  <a:lnTo>
                    <a:pt x="2459160" y="2565400"/>
                  </a:lnTo>
                  <a:lnTo>
                    <a:pt x="2429266" y="2540000"/>
                  </a:lnTo>
                  <a:lnTo>
                    <a:pt x="2410627" y="2514600"/>
                  </a:lnTo>
                  <a:lnTo>
                    <a:pt x="2403024" y="2489200"/>
                  </a:lnTo>
                  <a:lnTo>
                    <a:pt x="2402133" y="2476500"/>
                  </a:lnTo>
                  <a:lnTo>
                    <a:pt x="2404325" y="2463800"/>
                  </a:lnTo>
                  <a:lnTo>
                    <a:pt x="2381038" y="2463800"/>
                  </a:lnTo>
                  <a:lnTo>
                    <a:pt x="2377820" y="2476500"/>
                  </a:lnTo>
                  <a:lnTo>
                    <a:pt x="2377603" y="2489200"/>
                  </a:lnTo>
                  <a:lnTo>
                    <a:pt x="2386636" y="2514600"/>
                  </a:lnTo>
                  <a:lnTo>
                    <a:pt x="2408548" y="2552700"/>
                  </a:lnTo>
                  <a:lnTo>
                    <a:pt x="2443577" y="2590800"/>
                  </a:lnTo>
                  <a:lnTo>
                    <a:pt x="2491961" y="2616200"/>
                  </a:lnTo>
                  <a:close/>
                </a:path>
                <a:path w="7802880" h="6413500">
                  <a:moveTo>
                    <a:pt x="2215213" y="2717800"/>
                  </a:moveTo>
                  <a:lnTo>
                    <a:pt x="2230493" y="2717800"/>
                  </a:lnTo>
                  <a:lnTo>
                    <a:pt x="2226793" y="2705100"/>
                  </a:lnTo>
                  <a:lnTo>
                    <a:pt x="2222476" y="2705100"/>
                  </a:lnTo>
                  <a:lnTo>
                    <a:pt x="2215213" y="2717800"/>
                  </a:lnTo>
                  <a:close/>
                </a:path>
                <a:path w="7802880" h="6413500">
                  <a:moveTo>
                    <a:pt x="2575887" y="2857500"/>
                  </a:moveTo>
                  <a:lnTo>
                    <a:pt x="2671439" y="2857500"/>
                  </a:lnTo>
                  <a:lnTo>
                    <a:pt x="2712112" y="2832100"/>
                  </a:lnTo>
                  <a:lnTo>
                    <a:pt x="2576129" y="2832100"/>
                  </a:lnTo>
                  <a:lnTo>
                    <a:pt x="2523684" y="2819400"/>
                  </a:lnTo>
                  <a:lnTo>
                    <a:pt x="2464211" y="2806700"/>
                  </a:lnTo>
                  <a:lnTo>
                    <a:pt x="2296566" y="2743200"/>
                  </a:lnTo>
                  <a:lnTo>
                    <a:pt x="2256156" y="2717800"/>
                  </a:lnTo>
                  <a:lnTo>
                    <a:pt x="2212747" y="2717800"/>
                  </a:lnTo>
                  <a:lnTo>
                    <a:pt x="2209385" y="2743200"/>
                  </a:lnTo>
                  <a:lnTo>
                    <a:pt x="2235221" y="2743200"/>
                  </a:lnTo>
                  <a:lnTo>
                    <a:pt x="2254491" y="2755900"/>
                  </a:lnTo>
                  <a:lnTo>
                    <a:pt x="2284121" y="2768600"/>
                  </a:lnTo>
                  <a:lnTo>
                    <a:pt x="2326118" y="2781300"/>
                  </a:lnTo>
                  <a:lnTo>
                    <a:pt x="2382487" y="2806700"/>
                  </a:lnTo>
                  <a:lnTo>
                    <a:pt x="2455235" y="2832100"/>
                  </a:lnTo>
                  <a:lnTo>
                    <a:pt x="2519161" y="2844800"/>
                  </a:lnTo>
                  <a:lnTo>
                    <a:pt x="2575887" y="2857500"/>
                  </a:lnTo>
                  <a:close/>
                </a:path>
                <a:path w="7802880" h="6413500">
                  <a:moveTo>
                    <a:pt x="1374281" y="2844800"/>
                  </a:moveTo>
                  <a:lnTo>
                    <a:pt x="1400455" y="2844800"/>
                  </a:lnTo>
                  <a:lnTo>
                    <a:pt x="1413953" y="2717800"/>
                  </a:lnTo>
                  <a:lnTo>
                    <a:pt x="1388053" y="2717800"/>
                  </a:lnTo>
                  <a:lnTo>
                    <a:pt x="1375103" y="2832100"/>
                  </a:lnTo>
                  <a:lnTo>
                    <a:pt x="1374281" y="2844800"/>
                  </a:lnTo>
                  <a:close/>
                </a:path>
                <a:path w="7802880" h="6413500">
                  <a:moveTo>
                    <a:pt x="2191506" y="2921000"/>
                  </a:moveTo>
                  <a:lnTo>
                    <a:pt x="2211924" y="2921000"/>
                  </a:lnTo>
                  <a:lnTo>
                    <a:pt x="2212815" y="2908300"/>
                  </a:lnTo>
                  <a:lnTo>
                    <a:pt x="2235221" y="2743200"/>
                  </a:lnTo>
                  <a:lnTo>
                    <a:pt x="2209385" y="2743200"/>
                  </a:lnTo>
                  <a:lnTo>
                    <a:pt x="2187532" y="2908300"/>
                  </a:lnTo>
                  <a:lnTo>
                    <a:pt x="2186641" y="2908300"/>
                  </a:lnTo>
                  <a:lnTo>
                    <a:pt x="2191506" y="2921000"/>
                  </a:lnTo>
                  <a:close/>
                </a:path>
                <a:path w="7802880" h="6413500">
                  <a:moveTo>
                    <a:pt x="2663328" y="2832100"/>
                  </a:moveTo>
                  <a:lnTo>
                    <a:pt x="2728599" y="2832100"/>
                  </a:lnTo>
                  <a:lnTo>
                    <a:pt x="2733970" y="2819400"/>
                  </a:lnTo>
                  <a:lnTo>
                    <a:pt x="2699779" y="2819400"/>
                  </a:lnTo>
                  <a:lnTo>
                    <a:pt x="2663328" y="2832100"/>
                  </a:lnTo>
                  <a:close/>
                </a:path>
                <a:path w="7802880" h="6413500">
                  <a:moveTo>
                    <a:pt x="1386340" y="2857500"/>
                  </a:moveTo>
                  <a:lnTo>
                    <a:pt x="1393329" y="2857500"/>
                  </a:lnTo>
                  <a:lnTo>
                    <a:pt x="1399633" y="2844800"/>
                  </a:lnTo>
                  <a:lnTo>
                    <a:pt x="1379351" y="2844800"/>
                  </a:lnTo>
                  <a:lnTo>
                    <a:pt x="1386340" y="2857500"/>
                  </a:lnTo>
                  <a:close/>
                </a:path>
                <a:path w="7802880" h="6413500">
                  <a:moveTo>
                    <a:pt x="3230624" y="5092681"/>
                  </a:moveTo>
                  <a:lnTo>
                    <a:pt x="3259784" y="5092681"/>
                  </a:lnTo>
                  <a:lnTo>
                    <a:pt x="2900197" y="4178281"/>
                  </a:lnTo>
                  <a:lnTo>
                    <a:pt x="2876489" y="4178281"/>
                  </a:lnTo>
                  <a:lnTo>
                    <a:pt x="3230624" y="5092681"/>
                  </a:lnTo>
                  <a:close/>
                </a:path>
                <a:path w="7802880" h="6413500">
                  <a:moveTo>
                    <a:pt x="1110620" y="4914881"/>
                  </a:moveTo>
                  <a:lnTo>
                    <a:pt x="1156243" y="4902181"/>
                  </a:lnTo>
                  <a:lnTo>
                    <a:pt x="1197742" y="4889481"/>
                  </a:lnTo>
                  <a:lnTo>
                    <a:pt x="1234976" y="4864081"/>
                  </a:lnTo>
                  <a:lnTo>
                    <a:pt x="1267803" y="4838681"/>
                  </a:lnTo>
                  <a:lnTo>
                    <a:pt x="1300161" y="4787881"/>
                  </a:lnTo>
                  <a:lnTo>
                    <a:pt x="1324813" y="4737081"/>
                  </a:lnTo>
                  <a:lnTo>
                    <a:pt x="1342723" y="4686281"/>
                  </a:lnTo>
                  <a:lnTo>
                    <a:pt x="1354855" y="4622781"/>
                  </a:lnTo>
                  <a:lnTo>
                    <a:pt x="1362173" y="4559281"/>
                  </a:lnTo>
                  <a:lnTo>
                    <a:pt x="1365642" y="4508481"/>
                  </a:lnTo>
                  <a:lnTo>
                    <a:pt x="1365759" y="4495781"/>
                  </a:lnTo>
                  <a:lnTo>
                    <a:pt x="1365876" y="4483081"/>
                  </a:lnTo>
                  <a:lnTo>
                    <a:pt x="1365993" y="4470381"/>
                  </a:lnTo>
                  <a:lnTo>
                    <a:pt x="1366110" y="4457681"/>
                  </a:lnTo>
                  <a:lnTo>
                    <a:pt x="1366227" y="4444981"/>
                  </a:lnTo>
                  <a:lnTo>
                    <a:pt x="1364891" y="4406881"/>
                  </a:lnTo>
                  <a:lnTo>
                    <a:pt x="1362598" y="4368781"/>
                  </a:lnTo>
                  <a:lnTo>
                    <a:pt x="1359001" y="4330681"/>
                  </a:lnTo>
                  <a:lnTo>
                    <a:pt x="1357494" y="4317981"/>
                  </a:lnTo>
                  <a:lnTo>
                    <a:pt x="980503" y="4343381"/>
                  </a:lnTo>
                  <a:lnTo>
                    <a:pt x="1334951" y="4343381"/>
                  </a:lnTo>
                  <a:lnTo>
                    <a:pt x="1337052" y="4368781"/>
                  </a:lnTo>
                  <a:lnTo>
                    <a:pt x="1339141" y="4406881"/>
                  </a:lnTo>
                  <a:lnTo>
                    <a:pt x="1340330" y="4444981"/>
                  </a:lnTo>
                  <a:lnTo>
                    <a:pt x="1340209" y="4457681"/>
                  </a:lnTo>
                  <a:lnTo>
                    <a:pt x="1340089" y="4470381"/>
                  </a:lnTo>
                  <a:lnTo>
                    <a:pt x="1339968" y="4483081"/>
                  </a:lnTo>
                  <a:lnTo>
                    <a:pt x="1339847" y="4495781"/>
                  </a:lnTo>
                  <a:lnTo>
                    <a:pt x="1339727" y="4508481"/>
                  </a:lnTo>
                  <a:lnTo>
                    <a:pt x="1336442" y="4559281"/>
                  </a:lnTo>
                  <a:lnTo>
                    <a:pt x="1329584" y="4622781"/>
                  </a:lnTo>
                  <a:lnTo>
                    <a:pt x="1318263" y="4673581"/>
                  </a:lnTo>
                  <a:lnTo>
                    <a:pt x="1301589" y="4724381"/>
                  </a:lnTo>
                  <a:lnTo>
                    <a:pt x="1278670" y="4775181"/>
                  </a:lnTo>
                  <a:lnTo>
                    <a:pt x="1248617" y="4825981"/>
                  </a:lnTo>
                  <a:lnTo>
                    <a:pt x="1219887" y="4851381"/>
                  </a:lnTo>
                  <a:lnTo>
                    <a:pt x="1150760" y="4876781"/>
                  </a:lnTo>
                  <a:lnTo>
                    <a:pt x="1110620" y="4889481"/>
                  </a:lnTo>
                  <a:lnTo>
                    <a:pt x="1028293" y="4889481"/>
                  </a:lnTo>
                  <a:lnTo>
                    <a:pt x="1068133" y="4902181"/>
                  </a:lnTo>
                  <a:lnTo>
                    <a:pt x="1110620" y="4914881"/>
                  </a:lnTo>
                  <a:close/>
                </a:path>
                <a:path w="7802880" h="6413500">
                  <a:moveTo>
                    <a:pt x="1028293" y="4889481"/>
                  </a:moveTo>
                  <a:lnTo>
                    <a:pt x="1110620" y="4889481"/>
                  </a:lnTo>
                  <a:lnTo>
                    <a:pt x="1060769" y="4876781"/>
                  </a:lnTo>
                  <a:lnTo>
                    <a:pt x="1016915" y="4864081"/>
                  </a:lnTo>
                  <a:lnTo>
                    <a:pt x="978675" y="4838681"/>
                  </a:lnTo>
                  <a:lnTo>
                    <a:pt x="945664" y="4813281"/>
                  </a:lnTo>
                  <a:lnTo>
                    <a:pt x="917499" y="4775181"/>
                  </a:lnTo>
                  <a:lnTo>
                    <a:pt x="893794" y="4724381"/>
                  </a:lnTo>
                  <a:lnTo>
                    <a:pt x="874165" y="4686281"/>
                  </a:lnTo>
                  <a:lnTo>
                    <a:pt x="858229" y="4635481"/>
                  </a:lnTo>
                  <a:lnTo>
                    <a:pt x="845600" y="4584681"/>
                  </a:lnTo>
                  <a:lnTo>
                    <a:pt x="835895" y="4546581"/>
                  </a:lnTo>
                  <a:lnTo>
                    <a:pt x="828729" y="4495781"/>
                  </a:lnTo>
                  <a:lnTo>
                    <a:pt x="823718" y="4457681"/>
                  </a:lnTo>
                  <a:lnTo>
                    <a:pt x="820477" y="4432281"/>
                  </a:lnTo>
                  <a:lnTo>
                    <a:pt x="818623" y="4394181"/>
                  </a:lnTo>
                  <a:lnTo>
                    <a:pt x="817771" y="4381481"/>
                  </a:lnTo>
                  <a:lnTo>
                    <a:pt x="1334951" y="4343381"/>
                  </a:lnTo>
                  <a:lnTo>
                    <a:pt x="980503" y="4343381"/>
                  </a:lnTo>
                  <a:lnTo>
                    <a:pt x="792008" y="4356081"/>
                  </a:lnTo>
                  <a:lnTo>
                    <a:pt x="792008" y="4368781"/>
                  </a:lnTo>
                  <a:lnTo>
                    <a:pt x="794623" y="4432281"/>
                  </a:lnTo>
                  <a:lnTo>
                    <a:pt x="800577" y="4483081"/>
                  </a:lnTo>
                  <a:lnTo>
                    <a:pt x="812013" y="4559281"/>
                  </a:lnTo>
                  <a:lnTo>
                    <a:pt x="830721" y="4635481"/>
                  </a:lnTo>
                  <a:lnTo>
                    <a:pt x="849638" y="4686281"/>
                  </a:lnTo>
                  <a:lnTo>
                    <a:pt x="871800" y="4737081"/>
                  </a:lnTo>
                  <a:lnTo>
                    <a:pt x="897121" y="4787881"/>
                  </a:lnTo>
                  <a:lnTo>
                    <a:pt x="925516" y="4825981"/>
                  </a:lnTo>
                  <a:lnTo>
                    <a:pt x="956899" y="4851381"/>
                  </a:lnTo>
                  <a:lnTo>
                    <a:pt x="991187" y="4876781"/>
                  </a:lnTo>
                  <a:lnTo>
                    <a:pt x="1028293" y="4889481"/>
                  </a:lnTo>
                  <a:close/>
                </a:path>
                <a:path w="7802880" h="6413500">
                  <a:moveTo>
                    <a:pt x="2089824" y="6248381"/>
                  </a:moveTo>
                  <a:lnTo>
                    <a:pt x="6422752" y="6248381"/>
                  </a:lnTo>
                  <a:lnTo>
                    <a:pt x="7494662" y="4356081"/>
                  </a:lnTo>
                  <a:lnTo>
                    <a:pt x="4646332" y="4356081"/>
                  </a:lnTo>
                  <a:lnTo>
                    <a:pt x="4631158" y="4381481"/>
                  </a:lnTo>
                  <a:lnTo>
                    <a:pt x="7450878" y="4381481"/>
                  </a:lnTo>
                  <a:lnTo>
                    <a:pt x="6398565" y="6235681"/>
                  </a:lnTo>
                  <a:lnTo>
                    <a:pt x="2089824" y="6235681"/>
                  </a:lnTo>
                  <a:lnTo>
                    <a:pt x="2089824" y="6248381"/>
                  </a:lnTo>
                  <a:close/>
                </a:path>
                <a:path w="7802880" h="6413500">
                  <a:moveTo>
                    <a:pt x="2089824" y="6235681"/>
                  </a:moveTo>
                  <a:lnTo>
                    <a:pt x="3542835" y="6235681"/>
                  </a:lnTo>
                  <a:lnTo>
                    <a:pt x="3939971" y="5587981"/>
                  </a:lnTo>
                  <a:lnTo>
                    <a:pt x="3941889" y="5587981"/>
                  </a:lnTo>
                  <a:lnTo>
                    <a:pt x="3950043" y="5575281"/>
                  </a:lnTo>
                  <a:lnTo>
                    <a:pt x="3948261" y="5575281"/>
                  </a:lnTo>
                  <a:lnTo>
                    <a:pt x="4660721" y="4381481"/>
                  </a:lnTo>
                  <a:lnTo>
                    <a:pt x="4631158" y="4381481"/>
                  </a:lnTo>
                  <a:lnTo>
                    <a:pt x="3940724" y="5537181"/>
                  </a:lnTo>
                  <a:lnTo>
                    <a:pt x="3916083" y="5537181"/>
                  </a:lnTo>
                  <a:lnTo>
                    <a:pt x="3921265" y="5562581"/>
                  </a:lnTo>
                  <a:lnTo>
                    <a:pt x="3918113" y="5575281"/>
                  </a:lnTo>
                  <a:lnTo>
                    <a:pt x="3578054" y="6134081"/>
                  </a:lnTo>
                  <a:lnTo>
                    <a:pt x="2089824" y="6134081"/>
                  </a:lnTo>
                  <a:lnTo>
                    <a:pt x="2089824" y="6235681"/>
                  </a:lnTo>
                  <a:close/>
                </a:path>
                <a:path w="7802880" h="6413500">
                  <a:moveTo>
                    <a:pt x="373251" y="5753081"/>
                  </a:moveTo>
                  <a:lnTo>
                    <a:pt x="398641" y="5753081"/>
                  </a:lnTo>
                  <a:lnTo>
                    <a:pt x="375550" y="5257781"/>
                  </a:lnTo>
                  <a:lnTo>
                    <a:pt x="420293" y="4470381"/>
                  </a:lnTo>
                  <a:lnTo>
                    <a:pt x="394872" y="4470381"/>
                  </a:lnTo>
                  <a:lnTo>
                    <a:pt x="351088" y="5232381"/>
                  </a:lnTo>
                  <a:lnTo>
                    <a:pt x="292003" y="5232381"/>
                  </a:lnTo>
                  <a:lnTo>
                    <a:pt x="350403" y="5257781"/>
                  </a:lnTo>
                  <a:lnTo>
                    <a:pt x="373251" y="5753081"/>
                  </a:lnTo>
                  <a:close/>
                </a:path>
                <a:path w="7802880" h="6413500">
                  <a:moveTo>
                    <a:pt x="3916083" y="5537181"/>
                  </a:moveTo>
                  <a:lnTo>
                    <a:pt x="3940724" y="5537181"/>
                  </a:lnTo>
                  <a:lnTo>
                    <a:pt x="3786146" y="4775181"/>
                  </a:lnTo>
                  <a:lnTo>
                    <a:pt x="3722982" y="4813281"/>
                  </a:lnTo>
                  <a:lnTo>
                    <a:pt x="3768399" y="4813281"/>
                  </a:lnTo>
                  <a:lnTo>
                    <a:pt x="3916083" y="5537181"/>
                  </a:lnTo>
                  <a:close/>
                </a:path>
                <a:path w="7802880" h="6413500">
                  <a:moveTo>
                    <a:pt x="3550578" y="6134081"/>
                  </a:moveTo>
                  <a:lnTo>
                    <a:pt x="3578054" y="6134081"/>
                  </a:lnTo>
                  <a:lnTo>
                    <a:pt x="3424366" y="5943581"/>
                  </a:lnTo>
                  <a:lnTo>
                    <a:pt x="3406577" y="5918181"/>
                  </a:lnTo>
                  <a:lnTo>
                    <a:pt x="3388222" y="5892781"/>
                  </a:lnTo>
                  <a:lnTo>
                    <a:pt x="3369405" y="5880081"/>
                  </a:lnTo>
                  <a:lnTo>
                    <a:pt x="3350229" y="5854681"/>
                  </a:lnTo>
                  <a:lnTo>
                    <a:pt x="3245258" y="5346681"/>
                  </a:lnTo>
                  <a:lnTo>
                    <a:pt x="3265608" y="5118081"/>
                  </a:lnTo>
                  <a:lnTo>
                    <a:pt x="3768399" y="4813281"/>
                  </a:lnTo>
                  <a:lnTo>
                    <a:pt x="3722982" y="4813281"/>
                  </a:lnTo>
                  <a:lnTo>
                    <a:pt x="3259784" y="5092681"/>
                  </a:lnTo>
                  <a:lnTo>
                    <a:pt x="3230624" y="5092681"/>
                  </a:lnTo>
                  <a:lnTo>
                    <a:pt x="3240461" y="5118081"/>
                  </a:lnTo>
                  <a:lnTo>
                    <a:pt x="3219563" y="5346681"/>
                  </a:lnTo>
                  <a:lnTo>
                    <a:pt x="3219906" y="5346681"/>
                  </a:lnTo>
                  <a:lnTo>
                    <a:pt x="3317340" y="5829281"/>
                  </a:lnTo>
                  <a:lnTo>
                    <a:pt x="3288014" y="5829281"/>
                  </a:lnTo>
                  <a:lnTo>
                    <a:pt x="3300593" y="5841981"/>
                  </a:lnTo>
                  <a:lnTo>
                    <a:pt x="3336832" y="5880081"/>
                  </a:lnTo>
                  <a:lnTo>
                    <a:pt x="3371510" y="5918181"/>
                  </a:lnTo>
                  <a:lnTo>
                    <a:pt x="3404564" y="5956281"/>
                  </a:lnTo>
                  <a:lnTo>
                    <a:pt x="3550578" y="6134081"/>
                  </a:lnTo>
                  <a:close/>
                </a:path>
                <a:path w="7802880" h="6413500">
                  <a:moveTo>
                    <a:pt x="2000133" y="5168881"/>
                  </a:moveTo>
                  <a:lnTo>
                    <a:pt x="2026403" y="5156181"/>
                  </a:lnTo>
                  <a:lnTo>
                    <a:pt x="2047856" y="5143481"/>
                  </a:lnTo>
                  <a:lnTo>
                    <a:pt x="2062320" y="5118081"/>
                  </a:lnTo>
                  <a:lnTo>
                    <a:pt x="2067624" y="5092681"/>
                  </a:lnTo>
                  <a:lnTo>
                    <a:pt x="2062320" y="5067281"/>
                  </a:lnTo>
                  <a:lnTo>
                    <a:pt x="2047856" y="5054581"/>
                  </a:lnTo>
                  <a:lnTo>
                    <a:pt x="2026403" y="5029181"/>
                  </a:lnTo>
                  <a:lnTo>
                    <a:pt x="1973902" y="5029181"/>
                  </a:lnTo>
                  <a:lnTo>
                    <a:pt x="1952469" y="5054581"/>
                  </a:lnTo>
                  <a:lnTo>
                    <a:pt x="2016466" y="5054581"/>
                  </a:lnTo>
                  <a:lnTo>
                    <a:pt x="2029818" y="5067281"/>
                  </a:lnTo>
                  <a:lnTo>
                    <a:pt x="2038829" y="5079981"/>
                  </a:lnTo>
                  <a:lnTo>
                    <a:pt x="2042135" y="5092681"/>
                  </a:lnTo>
                  <a:lnTo>
                    <a:pt x="2038829" y="5118081"/>
                  </a:lnTo>
                  <a:lnTo>
                    <a:pt x="2029818" y="5130781"/>
                  </a:lnTo>
                  <a:lnTo>
                    <a:pt x="2016466" y="5130781"/>
                  </a:lnTo>
                  <a:lnTo>
                    <a:pt x="2000133" y="5143481"/>
                  </a:lnTo>
                  <a:lnTo>
                    <a:pt x="1952469" y="5143481"/>
                  </a:lnTo>
                  <a:lnTo>
                    <a:pt x="1973902" y="5156181"/>
                  </a:lnTo>
                  <a:lnTo>
                    <a:pt x="2000133" y="5168881"/>
                  </a:lnTo>
                  <a:close/>
                </a:path>
                <a:path w="7802880" h="6413500">
                  <a:moveTo>
                    <a:pt x="1952469" y="5143481"/>
                  </a:moveTo>
                  <a:lnTo>
                    <a:pt x="2000133" y="5143481"/>
                  </a:lnTo>
                  <a:lnTo>
                    <a:pt x="1983839" y="5130781"/>
                  </a:lnTo>
                  <a:lnTo>
                    <a:pt x="1970507" y="5130781"/>
                  </a:lnTo>
                  <a:lnTo>
                    <a:pt x="1961504" y="5118081"/>
                  </a:lnTo>
                  <a:lnTo>
                    <a:pt x="1958199" y="5092681"/>
                  </a:lnTo>
                  <a:lnTo>
                    <a:pt x="1961504" y="5079981"/>
                  </a:lnTo>
                  <a:lnTo>
                    <a:pt x="1970507" y="5067281"/>
                  </a:lnTo>
                  <a:lnTo>
                    <a:pt x="1983839" y="5054581"/>
                  </a:lnTo>
                  <a:lnTo>
                    <a:pt x="1952469" y="5054581"/>
                  </a:lnTo>
                  <a:lnTo>
                    <a:pt x="1938013" y="5067281"/>
                  </a:lnTo>
                  <a:lnTo>
                    <a:pt x="1932710" y="5092681"/>
                  </a:lnTo>
                  <a:lnTo>
                    <a:pt x="1938013" y="5118081"/>
                  </a:lnTo>
                  <a:lnTo>
                    <a:pt x="1952469" y="5143481"/>
                  </a:lnTo>
                  <a:close/>
                </a:path>
                <a:path w="7802880" h="6413500">
                  <a:moveTo>
                    <a:pt x="292003" y="5232381"/>
                  </a:moveTo>
                  <a:lnTo>
                    <a:pt x="351088" y="5232381"/>
                  </a:lnTo>
                  <a:lnTo>
                    <a:pt x="0" y="5079981"/>
                  </a:lnTo>
                  <a:lnTo>
                    <a:pt x="0" y="5105381"/>
                  </a:lnTo>
                  <a:lnTo>
                    <a:pt x="292003" y="5232381"/>
                  </a:lnTo>
                  <a:close/>
                </a:path>
                <a:path w="7802880" h="6413500">
                  <a:moveTo>
                    <a:pt x="5547150" y="5638781"/>
                  </a:moveTo>
                  <a:lnTo>
                    <a:pt x="5593500" y="5626081"/>
                  </a:lnTo>
                  <a:lnTo>
                    <a:pt x="5636661" y="5613381"/>
                  </a:lnTo>
                  <a:lnTo>
                    <a:pt x="5675711" y="5600681"/>
                  </a:lnTo>
                  <a:lnTo>
                    <a:pt x="5709728" y="5562581"/>
                  </a:lnTo>
                  <a:lnTo>
                    <a:pt x="5737790" y="5537181"/>
                  </a:lnTo>
                  <a:lnTo>
                    <a:pt x="5758976" y="5499081"/>
                  </a:lnTo>
                  <a:lnTo>
                    <a:pt x="5772363" y="5448281"/>
                  </a:lnTo>
                  <a:lnTo>
                    <a:pt x="5777030" y="5410181"/>
                  </a:lnTo>
                  <a:lnTo>
                    <a:pt x="5772363" y="5359381"/>
                  </a:lnTo>
                  <a:lnTo>
                    <a:pt x="5758976" y="5308581"/>
                  </a:lnTo>
                  <a:lnTo>
                    <a:pt x="5737790" y="5270481"/>
                  </a:lnTo>
                  <a:lnTo>
                    <a:pt x="5675711" y="5219681"/>
                  </a:lnTo>
                  <a:lnTo>
                    <a:pt x="5636661" y="5194281"/>
                  </a:lnTo>
                  <a:lnTo>
                    <a:pt x="5593500" y="5181581"/>
                  </a:lnTo>
                  <a:lnTo>
                    <a:pt x="5547150" y="5168881"/>
                  </a:lnTo>
                  <a:lnTo>
                    <a:pt x="5500819" y="5181581"/>
                  </a:lnTo>
                  <a:lnTo>
                    <a:pt x="5457667" y="5194281"/>
                  </a:lnTo>
                  <a:lnTo>
                    <a:pt x="5418619" y="5219681"/>
                  </a:lnTo>
                  <a:lnTo>
                    <a:pt x="5384597" y="5245081"/>
                  </a:lnTo>
                  <a:lnTo>
                    <a:pt x="5335333" y="5308581"/>
                  </a:lnTo>
                  <a:lnTo>
                    <a:pt x="5321939" y="5359381"/>
                  </a:lnTo>
                  <a:lnTo>
                    <a:pt x="5317269" y="5410181"/>
                  </a:lnTo>
                  <a:lnTo>
                    <a:pt x="5321939" y="5448281"/>
                  </a:lnTo>
                  <a:lnTo>
                    <a:pt x="5335333" y="5499081"/>
                  </a:lnTo>
                  <a:lnTo>
                    <a:pt x="5356527" y="5537181"/>
                  </a:lnTo>
                  <a:lnTo>
                    <a:pt x="5384597" y="5562581"/>
                  </a:lnTo>
                  <a:lnTo>
                    <a:pt x="5418619" y="5600681"/>
                  </a:lnTo>
                  <a:lnTo>
                    <a:pt x="5457667" y="5613381"/>
                  </a:lnTo>
                  <a:lnTo>
                    <a:pt x="5500819" y="5626081"/>
                  </a:lnTo>
                  <a:lnTo>
                    <a:pt x="5547150" y="5638781"/>
                  </a:lnTo>
                  <a:close/>
                </a:path>
                <a:path w="7802880" h="6413500">
                  <a:moveTo>
                    <a:pt x="3288014" y="5829281"/>
                  </a:moveTo>
                  <a:lnTo>
                    <a:pt x="3317340" y="5829281"/>
                  </a:lnTo>
                  <a:lnTo>
                    <a:pt x="3278835" y="5791181"/>
                  </a:lnTo>
                  <a:lnTo>
                    <a:pt x="3238872" y="5753081"/>
                  </a:lnTo>
                  <a:lnTo>
                    <a:pt x="3197515" y="5727681"/>
                  </a:lnTo>
                  <a:lnTo>
                    <a:pt x="3154829" y="5689581"/>
                  </a:lnTo>
                  <a:lnTo>
                    <a:pt x="3110876" y="5664181"/>
                  </a:lnTo>
                  <a:lnTo>
                    <a:pt x="3065723" y="5638781"/>
                  </a:lnTo>
                  <a:lnTo>
                    <a:pt x="3019433" y="5613381"/>
                  </a:lnTo>
                  <a:lnTo>
                    <a:pt x="2972070" y="5600681"/>
                  </a:lnTo>
                  <a:lnTo>
                    <a:pt x="2923699" y="5575281"/>
                  </a:lnTo>
                  <a:lnTo>
                    <a:pt x="2783509" y="5524481"/>
                  </a:lnTo>
                  <a:lnTo>
                    <a:pt x="2734851" y="5511781"/>
                  </a:lnTo>
                  <a:lnTo>
                    <a:pt x="2685575" y="5486381"/>
                  </a:lnTo>
                  <a:lnTo>
                    <a:pt x="2585482" y="5460981"/>
                  </a:lnTo>
                  <a:lnTo>
                    <a:pt x="2534822" y="5460981"/>
                  </a:lnTo>
                  <a:lnTo>
                    <a:pt x="2483859" y="5448281"/>
                  </a:lnTo>
                  <a:lnTo>
                    <a:pt x="2227228" y="5448281"/>
                  </a:lnTo>
                  <a:lnTo>
                    <a:pt x="2176089" y="5460981"/>
                  </a:lnTo>
                  <a:lnTo>
                    <a:pt x="2098809" y="5473681"/>
                  </a:lnTo>
                  <a:lnTo>
                    <a:pt x="2481264" y="5473681"/>
                  </a:lnTo>
                  <a:lnTo>
                    <a:pt x="2531139" y="5486381"/>
                  </a:lnTo>
                  <a:lnTo>
                    <a:pt x="2580718" y="5486381"/>
                  </a:lnTo>
                  <a:lnTo>
                    <a:pt x="2726910" y="5524481"/>
                  </a:lnTo>
                  <a:lnTo>
                    <a:pt x="2774533" y="5549881"/>
                  </a:lnTo>
                  <a:lnTo>
                    <a:pt x="2914654" y="5600681"/>
                  </a:lnTo>
                  <a:lnTo>
                    <a:pt x="2962091" y="5613381"/>
                  </a:lnTo>
                  <a:lnTo>
                    <a:pt x="3008538" y="5638781"/>
                  </a:lnTo>
                  <a:lnTo>
                    <a:pt x="3053929" y="5664181"/>
                  </a:lnTo>
                  <a:lnTo>
                    <a:pt x="3098203" y="5689581"/>
                  </a:lnTo>
                  <a:lnTo>
                    <a:pt x="3141297" y="5714981"/>
                  </a:lnTo>
                  <a:lnTo>
                    <a:pt x="3183145" y="5740381"/>
                  </a:lnTo>
                  <a:lnTo>
                    <a:pt x="3223687" y="5778481"/>
                  </a:lnTo>
                  <a:lnTo>
                    <a:pt x="3262857" y="5803881"/>
                  </a:lnTo>
                  <a:lnTo>
                    <a:pt x="3288014" y="5829281"/>
                  </a:lnTo>
                  <a:close/>
                </a:path>
                <a:path w="7802880" h="6413500">
                  <a:moveTo>
                    <a:pt x="381374" y="5778481"/>
                  </a:moveTo>
                  <a:lnTo>
                    <a:pt x="388568" y="5778481"/>
                  </a:lnTo>
                  <a:lnTo>
                    <a:pt x="2180132" y="5486381"/>
                  </a:lnTo>
                  <a:lnTo>
                    <a:pt x="2230158" y="5473681"/>
                  </a:lnTo>
                  <a:lnTo>
                    <a:pt x="2098809" y="5473681"/>
                  </a:lnTo>
                  <a:lnTo>
                    <a:pt x="398641" y="5753081"/>
                  </a:lnTo>
                  <a:lnTo>
                    <a:pt x="373251" y="5753081"/>
                  </a:lnTo>
                  <a:lnTo>
                    <a:pt x="373837" y="5765781"/>
                  </a:lnTo>
                  <a:lnTo>
                    <a:pt x="378565" y="5765781"/>
                  </a:lnTo>
                  <a:lnTo>
                    <a:pt x="381374" y="5778481"/>
                  </a:lnTo>
                  <a:close/>
                </a:path>
                <a:path w="7802880" h="6413500">
                  <a:moveTo>
                    <a:pt x="3190306" y="6134081"/>
                  </a:moveTo>
                  <a:lnTo>
                    <a:pt x="3246560" y="6134081"/>
                  </a:lnTo>
                  <a:lnTo>
                    <a:pt x="3018734" y="6032481"/>
                  </a:lnTo>
                  <a:lnTo>
                    <a:pt x="2826519" y="6032481"/>
                  </a:lnTo>
                  <a:lnTo>
                    <a:pt x="2771237" y="6019781"/>
                  </a:lnTo>
                  <a:lnTo>
                    <a:pt x="2712928" y="6019781"/>
                  </a:lnTo>
                  <a:lnTo>
                    <a:pt x="2592917" y="5994381"/>
                  </a:lnTo>
                  <a:lnTo>
                    <a:pt x="2534058" y="5968981"/>
                  </a:lnTo>
                  <a:lnTo>
                    <a:pt x="2477859" y="5956281"/>
                  </a:lnTo>
                  <a:lnTo>
                    <a:pt x="2425742" y="5930881"/>
                  </a:lnTo>
                  <a:lnTo>
                    <a:pt x="2379127" y="5905481"/>
                  </a:lnTo>
                  <a:lnTo>
                    <a:pt x="2339438" y="5867381"/>
                  </a:lnTo>
                  <a:lnTo>
                    <a:pt x="2310710" y="5829281"/>
                  </a:lnTo>
                  <a:lnTo>
                    <a:pt x="2290456" y="5791181"/>
                  </a:lnTo>
                  <a:lnTo>
                    <a:pt x="2278744" y="5753081"/>
                  </a:lnTo>
                  <a:lnTo>
                    <a:pt x="2275647" y="5714981"/>
                  </a:lnTo>
                  <a:lnTo>
                    <a:pt x="2275852" y="5702281"/>
                  </a:lnTo>
                  <a:lnTo>
                    <a:pt x="2250364" y="5702281"/>
                  </a:lnTo>
                  <a:lnTo>
                    <a:pt x="2250158" y="5714981"/>
                  </a:lnTo>
                  <a:lnTo>
                    <a:pt x="2250401" y="5727681"/>
                  </a:lnTo>
                  <a:lnTo>
                    <a:pt x="2252154" y="5753081"/>
                  </a:lnTo>
                  <a:lnTo>
                    <a:pt x="2255409" y="5765781"/>
                  </a:lnTo>
                  <a:lnTo>
                    <a:pt x="2260162" y="5791181"/>
                  </a:lnTo>
                  <a:lnTo>
                    <a:pt x="2236196" y="5803881"/>
                  </a:lnTo>
                  <a:lnTo>
                    <a:pt x="2269138" y="5803881"/>
                  </a:lnTo>
                  <a:lnTo>
                    <a:pt x="2279108" y="5829281"/>
                  </a:lnTo>
                  <a:lnTo>
                    <a:pt x="2291141" y="5841981"/>
                  </a:lnTo>
                  <a:lnTo>
                    <a:pt x="2305242" y="5867381"/>
                  </a:lnTo>
                  <a:lnTo>
                    <a:pt x="2321418" y="5880081"/>
                  </a:lnTo>
                  <a:lnTo>
                    <a:pt x="2361254" y="5918181"/>
                  </a:lnTo>
                  <a:lnTo>
                    <a:pt x="2407409" y="5943581"/>
                  </a:lnTo>
                  <a:lnTo>
                    <a:pt x="2458630" y="5968981"/>
                  </a:lnTo>
                  <a:lnTo>
                    <a:pt x="2513665" y="5994381"/>
                  </a:lnTo>
                  <a:lnTo>
                    <a:pt x="2746913" y="6045181"/>
                  </a:lnTo>
                  <a:lnTo>
                    <a:pt x="2802243" y="6045181"/>
                  </a:lnTo>
                  <a:lnTo>
                    <a:pt x="2853875" y="6057881"/>
                  </a:lnTo>
                  <a:lnTo>
                    <a:pt x="3012773" y="6057881"/>
                  </a:lnTo>
                  <a:lnTo>
                    <a:pt x="3190306" y="6134081"/>
                  </a:lnTo>
                  <a:close/>
                </a:path>
                <a:path w="7802880" h="6413500">
                  <a:moveTo>
                    <a:pt x="0" y="6413481"/>
                  </a:moveTo>
                  <a:lnTo>
                    <a:pt x="7802380" y="6413481"/>
                  </a:lnTo>
                  <a:lnTo>
                    <a:pt x="7802380" y="6248381"/>
                  </a:lnTo>
                  <a:lnTo>
                    <a:pt x="1464589" y="6248381"/>
                  </a:lnTo>
                  <a:lnTo>
                    <a:pt x="2269138" y="5803881"/>
                  </a:lnTo>
                  <a:lnTo>
                    <a:pt x="2236196" y="5803881"/>
                  </a:lnTo>
                  <a:lnTo>
                    <a:pt x="1445335" y="6222981"/>
                  </a:lnTo>
                  <a:lnTo>
                    <a:pt x="0" y="6222981"/>
                  </a:lnTo>
                  <a:lnTo>
                    <a:pt x="0" y="6413481"/>
                  </a:lnTo>
                  <a:close/>
                </a:path>
                <a:path w="7802880" h="6413500">
                  <a:moveTo>
                    <a:pt x="2209019" y="3309119"/>
                  </a:moveTo>
                  <a:lnTo>
                    <a:pt x="2240291" y="3309119"/>
                  </a:lnTo>
                  <a:lnTo>
                    <a:pt x="2016097" y="2994343"/>
                  </a:lnTo>
                  <a:lnTo>
                    <a:pt x="1995336" y="3009143"/>
                  </a:lnTo>
                  <a:lnTo>
                    <a:pt x="2209019" y="3309119"/>
                  </a:lnTo>
                  <a:close/>
                </a:path>
                <a:path w="7802880" h="6413500">
                  <a:moveTo>
                    <a:pt x="2234741" y="3345228"/>
                  </a:moveTo>
                  <a:lnTo>
                    <a:pt x="2418166" y="3207231"/>
                  </a:lnTo>
                  <a:lnTo>
                    <a:pt x="2402887" y="3186813"/>
                  </a:lnTo>
                  <a:lnTo>
                    <a:pt x="2240291" y="3309119"/>
                  </a:lnTo>
                  <a:lnTo>
                    <a:pt x="2209019" y="3309119"/>
                  </a:lnTo>
                  <a:lnTo>
                    <a:pt x="2234741" y="3345228"/>
                  </a:lnTo>
                  <a:close/>
                </a:path>
                <a:path w="7802880" h="6413500">
                  <a:moveTo>
                    <a:pt x="1579701" y="3345365"/>
                  </a:moveTo>
                  <a:lnTo>
                    <a:pt x="1820819" y="3014008"/>
                  </a:lnTo>
                  <a:lnTo>
                    <a:pt x="1800195" y="2999071"/>
                  </a:lnTo>
                  <a:lnTo>
                    <a:pt x="1574562" y="3309050"/>
                  </a:lnTo>
                  <a:lnTo>
                    <a:pt x="1533011" y="3309050"/>
                  </a:lnTo>
                  <a:lnTo>
                    <a:pt x="1579701" y="3345365"/>
                  </a:lnTo>
                  <a:close/>
                </a:path>
                <a:path w="7802880" h="6413500">
                  <a:moveTo>
                    <a:pt x="1533011" y="3309050"/>
                  </a:moveTo>
                  <a:lnTo>
                    <a:pt x="1574562" y="3309050"/>
                  </a:lnTo>
                  <a:lnTo>
                    <a:pt x="1184895" y="3005992"/>
                  </a:lnTo>
                  <a:lnTo>
                    <a:pt x="1169273" y="3026136"/>
                  </a:lnTo>
                  <a:lnTo>
                    <a:pt x="1533011" y="3309050"/>
                  </a:lnTo>
                  <a:close/>
                </a:path>
                <a:path w="7802880" h="6413500">
                  <a:moveTo>
                    <a:pt x="1869741" y="4146899"/>
                  </a:moveTo>
                  <a:lnTo>
                    <a:pt x="1898111" y="4141154"/>
                  </a:lnTo>
                  <a:lnTo>
                    <a:pt x="1921310" y="4125496"/>
                  </a:lnTo>
                  <a:lnTo>
                    <a:pt x="1936968" y="4102297"/>
                  </a:lnTo>
                  <a:lnTo>
                    <a:pt x="1942714" y="4073927"/>
                  </a:lnTo>
                  <a:lnTo>
                    <a:pt x="1936968" y="4045557"/>
                  </a:lnTo>
                  <a:lnTo>
                    <a:pt x="1921310" y="4022358"/>
                  </a:lnTo>
                  <a:lnTo>
                    <a:pt x="1898111" y="4006700"/>
                  </a:lnTo>
                  <a:lnTo>
                    <a:pt x="1869741" y="4000954"/>
                  </a:lnTo>
                  <a:lnTo>
                    <a:pt x="1841371" y="4006700"/>
                  </a:lnTo>
                  <a:lnTo>
                    <a:pt x="1818172" y="4022358"/>
                  </a:lnTo>
                  <a:lnTo>
                    <a:pt x="1815415" y="4026443"/>
                  </a:lnTo>
                  <a:lnTo>
                    <a:pt x="1869741" y="4026443"/>
                  </a:lnTo>
                  <a:lnTo>
                    <a:pt x="1888232" y="4030182"/>
                  </a:lnTo>
                  <a:lnTo>
                    <a:pt x="1903324" y="4040370"/>
                  </a:lnTo>
                  <a:lnTo>
                    <a:pt x="1913496" y="4055465"/>
                  </a:lnTo>
                  <a:lnTo>
                    <a:pt x="1917225" y="4073927"/>
                  </a:lnTo>
                  <a:lnTo>
                    <a:pt x="1913496" y="4092388"/>
                  </a:lnTo>
                  <a:lnTo>
                    <a:pt x="1903324" y="4107484"/>
                  </a:lnTo>
                  <a:lnTo>
                    <a:pt x="1888232" y="4117672"/>
                  </a:lnTo>
                  <a:lnTo>
                    <a:pt x="1869741" y="4121410"/>
                  </a:lnTo>
                  <a:lnTo>
                    <a:pt x="1815415" y="4121410"/>
                  </a:lnTo>
                  <a:lnTo>
                    <a:pt x="1818172" y="4125496"/>
                  </a:lnTo>
                  <a:lnTo>
                    <a:pt x="1841371" y="4141154"/>
                  </a:lnTo>
                  <a:lnTo>
                    <a:pt x="1869741" y="4146899"/>
                  </a:lnTo>
                  <a:close/>
                </a:path>
                <a:path w="7802880" h="6413500">
                  <a:moveTo>
                    <a:pt x="1815415" y="4121410"/>
                  </a:moveTo>
                  <a:lnTo>
                    <a:pt x="1869741" y="4121410"/>
                  </a:lnTo>
                  <a:lnTo>
                    <a:pt x="1851290" y="4117672"/>
                  </a:lnTo>
                  <a:lnTo>
                    <a:pt x="1836218" y="4107484"/>
                  </a:lnTo>
                  <a:lnTo>
                    <a:pt x="1826054" y="4092388"/>
                  </a:lnTo>
                  <a:lnTo>
                    <a:pt x="1822326" y="4073927"/>
                  </a:lnTo>
                  <a:lnTo>
                    <a:pt x="1826054" y="4055465"/>
                  </a:lnTo>
                  <a:lnTo>
                    <a:pt x="1836218" y="4040370"/>
                  </a:lnTo>
                  <a:lnTo>
                    <a:pt x="1851290" y="4030182"/>
                  </a:lnTo>
                  <a:lnTo>
                    <a:pt x="1869741" y="4026443"/>
                  </a:lnTo>
                  <a:lnTo>
                    <a:pt x="1815415" y="4026443"/>
                  </a:lnTo>
                  <a:lnTo>
                    <a:pt x="1802514" y="4045557"/>
                  </a:lnTo>
                  <a:lnTo>
                    <a:pt x="1796768" y="4073927"/>
                  </a:lnTo>
                  <a:lnTo>
                    <a:pt x="1802514" y="4102297"/>
                  </a:lnTo>
                  <a:lnTo>
                    <a:pt x="1815415" y="412141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17899" y="4970023"/>
            <a:ext cx="972185" cy="114300"/>
            <a:chOff x="5917899" y="4970023"/>
            <a:chExt cx="972185" cy="114300"/>
          </a:xfrm>
        </p:grpSpPr>
        <p:sp>
          <p:nvSpPr>
            <p:cNvPr id="3" name="object 3"/>
            <p:cNvSpPr/>
            <p:nvPr/>
          </p:nvSpPr>
          <p:spPr>
            <a:xfrm>
              <a:off x="5932186" y="5021636"/>
              <a:ext cx="936625" cy="6350"/>
            </a:xfrm>
            <a:custGeom>
              <a:avLst/>
              <a:gdLst/>
              <a:ahLst/>
              <a:cxnLst/>
              <a:rect l="l" t="t" r="r" b="b"/>
              <a:pathLst>
                <a:path w="936625" h="6350">
                  <a:moveTo>
                    <a:pt x="0" y="0"/>
                  </a:moveTo>
                  <a:lnTo>
                    <a:pt x="936419" y="58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818333" y="4984310"/>
              <a:ext cx="57785" cy="85725"/>
            </a:xfrm>
            <a:custGeom>
              <a:avLst/>
              <a:gdLst/>
              <a:ahLst/>
              <a:cxnLst/>
              <a:rect l="l" t="t" r="r" b="b"/>
              <a:pathLst>
                <a:path w="57784" h="85725">
                  <a:moveTo>
                    <a:pt x="535" y="0"/>
                  </a:moveTo>
                  <a:lnTo>
                    <a:pt x="57416" y="43218"/>
                  </a:lnTo>
                  <a:lnTo>
                    <a:pt x="0" y="8572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3300360" y="3238482"/>
            <a:ext cx="834390" cy="1084580"/>
            <a:chOff x="13300360" y="3238482"/>
            <a:chExt cx="834390" cy="1084580"/>
          </a:xfrm>
        </p:grpSpPr>
        <p:sp>
          <p:nvSpPr>
            <p:cNvPr id="6" name="object 6"/>
            <p:cNvSpPr/>
            <p:nvPr/>
          </p:nvSpPr>
          <p:spPr>
            <a:xfrm>
              <a:off x="13314647" y="3309567"/>
              <a:ext cx="762635" cy="999490"/>
            </a:xfrm>
            <a:custGeom>
              <a:avLst/>
              <a:gdLst/>
              <a:ahLst/>
              <a:cxnLst/>
              <a:rect l="l" t="t" r="r" b="b"/>
              <a:pathLst>
                <a:path w="762634" h="999489">
                  <a:moveTo>
                    <a:pt x="762151" y="0"/>
                  </a:moveTo>
                  <a:lnTo>
                    <a:pt x="0" y="99908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4037099" y="3238482"/>
              <a:ext cx="97316" cy="10001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090362" y="4988403"/>
            <a:ext cx="1202055" cy="114300"/>
            <a:chOff x="10090362" y="4988403"/>
            <a:chExt cx="1202055" cy="114300"/>
          </a:xfrm>
        </p:grpSpPr>
        <p:sp>
          <p:nvSpPr>
            <p:cNvPr id="9" name="object 9"/>
            <p:cNvSpPr/>
            <p:nvPr/>
          </p:nvSpPr>
          <p:spPr>
            <a:xfrm>
              <a:off x="10104649" y="5037713"/>
              <a:ext cx="1101725" cy="8255"/>
            </a:xfrm>
            <a:custGeom>
              <a:avLst/>
              <a:gdLst/>
              <a:ahLst/>
              <a:cxnLst/>
              <a:rect l="l" t="t" r="r" b="b"/>
              <a:pathLst>
                <a:path w="1101725" h="8254">
                  <a:moveTo>
                    <a:pt x="1101672" y="7738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06021" y="4988403"/>
              <a:ext cx="86024" cy="11429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8432951" y="3255888"/>
            <a:ext cx="114300" cy="1356360"/>
            <a:chOff x="8432951" y="3255888"/>
            <a:chExt cx="114300" cy="1356360"/>
          </a:xfrm>
        </p:grpSpPr>
        <p:sp>
          <p:nvSpPr>
            <p:cNvPr id="12" name="object 12"/>
            <p:cNvSpPr/>
            <p:nvPr/>
          </p:nvSpPr>
          <p:spPr>
            <a:xfrm>
              <a:off x="8490101" y="3341613"/>
              <a:ext cx="635" cy="1270635"/>
            </a:xfrm>
            <a:custGeom>
              <a:avLst/>
              <a:gdLst/>
              <a:ahLst/>
              <a:cxnLst/>
              <a:rect l="l" t="t" r="r" b="b"/>
              <a:pathLst>
                <a:path w="634" h="1270635">
                  <a:moveTo>
                    <a:pt x="0" y="0"/>
                  </a:moveTo>
                  <a:lnTo>
                    <a:pt x="71" y="1270325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2951" y="3255888"/>
              <a:ext cx="114299" cy="85727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8432949" y="5463286"/>
            <a:ext cx="114300" cy="1469390"/>
            <a:chOff x="8432949" y="5463286"/>
            <a:chExt cx="114300" cy="1469390"/>
          </a:xfrm>
        </p:grpSpPr>
        <p:sp>
          <p:nvSpPr>
            <p:cNvPr id="15" name="object 15"/>
            <p:cNvSpPr/>
            <p:nvPr/>
          </p:nvSpPr>
          <p:spPr>
            <a:xfrm>
              <a:off x="8490100" y="5463286"/>
              <a:ext cx="635" cy="1383665"/>
            </a:xfrm>
            <a:custGeom>
              <a:avLst/>
              <a:gdLst/>
              <a:ahLst/>
              <a:cxnLst/>
              <a:rect l="l" t="t" r="r" b="b"/>
              <a:pathLst>
                <a:path w="634" h="1383665">
                  <a:moveTo>
                    <a:pt x="0" y="1383287"/>
                  </a:moveTo>
                  <a:lnTo>
                    <a:pt x="73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32949" y="6846571"/>
              <a:ext cx="114299" cy="8572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1291863" y="4012834"/>
            <a:ext cx="2905125" cy="2922270"/>
            <a:chOff x="11291863" y="4012834"/>
            <a:chExt cx="2905125" cy="2922270"/>
          </a:xfrm>
        </p:grpSpPr>
        <p:sp>
          <p:nvSpPr>
            <p:cNvPr id="18" name="object 18"/>
            <p:cNvSpPr/>
            <p:nvPr/>
          </p:nvSpPr>
          <p:spPr>
            <a:xfrm>
              <a:off x="13296078" y="5817050"/>
              <a:ext cx="758825" cy="1046480"/>
            </a:xfrm>
            <a:custGeom>
              <a:avLst/>
              <a:gdLst/>
              <a:ahLst/>
              <a:cxnLst/>
              <a:rect l="l" t="t" r="r" b="b"/>
              <a:pathLst>
                <a:path w="758825" h="1046479">
                  <a:moveTo>
                    <a:pt x="758496" y="1045923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13976" y="6835088"/>
              <a:ext cx="97972" cy="1000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1291863" y="4012834"/>
              <a:ext cx="2905125" cy="2087245"/>
            </a:xfrm>
            <a:custGeom>
              <a:avLst/>
              <a:gdLst/>
              <a:ahLst/>
              <a:cxnLst/>
              <a:rect l="l" t="t" r="r" b="b"/>
              <a:pathLst>
                <a:path w="2905125" h="2087245">
                  <a:moveTo>
                    <a:pt x="1452505" y="2086840"/>
                  </a:moveTo>
                  <a:lnTo>
                    <a:pt x="1403612" y="2083870"/>
                  </a:lnTo>
                  <a:lnTo>
                    <a:pt x="1355286" y="2074960"/>
                  </a:lnTo>
                  <a:lnTo>
                    <a:pt x="1308096" y="2060110"/>
                  </a:lnTo>
                  <a:lnTo>
                    <a:pt x="1262609" y="2039321"/>
                  </a:lnTo>
                  <a:lnTo>
                    <a:pt x="1219391" y="2012591"/>
                  </a:lnTo>
                  <a:lnTo>
                    <a:pt x="85418" y="1208681"/>
                  </a:lnTo>
                  <a:lnTo>
                    <a:pt x="49468" y="1176070"/>
                  </a:lnTo>
                  <a:lnTo>
                    <a:pt x="22617" y="1136435"/>
                  </a:lnTo>
                  <a:lnTo>
                    <a:pt x="5812" y="1091607"/>
                  </a:lnTo>
                  <a:lnTo>
                    <a:pt x="0" y="1043419"/>
                  </a:lnTo>
                  <a:lnTo>
                    <a:pt x="5812" y="995232"/>
                  </a:lnTo>
                  <a:lnTo>
                    <a:pt x="22617" y="950404"/>
                  </a:lnTo>
                  <a:lnTo>
                    <a:pt x="49468" y="910769"/>
                  </a:lnTo>
                  <a:lnTo>
                    <a:pt x="85418" y="878158"/>
                  </a:lnTo>
                  <a:lnTo>
                    <a:pt x="1219391" y="74248"/>
                  </a:lnTo>
                  <a:lnTo>
                    <a:pt x="1262609" y="47518"/>
                  </a:lnTo>
                  <a:lnTo>
                    <a:pt x="1308096" y="26729"/>
                  </a:lnTo>
                  <a:lnTo>
                    <a:pt x="1355286" y="11879"/>
                  </a:lnTo>
                  <a:lnTo>
                    <a:pt x="1403612" y="2969"/>
                  </a:lnTo>
                  <a:lnTo>
                    <a:pt x="1452505" y="0"/>
                  </a:lnTo>
                  <a:lnTo>
                    <a:pt x="1501398" y="2969"/>
                  </a:lnTo>
                  <a:lnTo>
                    <a:pt x="1549723" y="11879"/>
                  </a:lnTo>
                  <a:lnTo>
                    <a:pt x="1596913" y="26729"/>
                  </a:lnTo>
                  <a:lnTo>
                    <a:pt x="1642401" y="47518"/>
                  </a:lnTo>
                  <a:lnTo>
                    <a:pt x="1685618" y="74248"/>
                  </a:lnTo>
                  <a:lnTo>
                    <a:pt x="2819591" y="878158"/>
                  </a:lnTo>
                  <a:lnTo>
                    <a:pt x="2855541" y="910769"/>
                  </a:lnTo>
                  <a:lnTo>
                    <a:pt x="2882392" y="950404"/>
                  </a:lnTo>
                  <a:lnTo>
                    <a:pt x="2899198" y="995232"/>
                  </a:lnTo>
                  <a:lnTo>
                    <a:pt x="2905010" y="1043419"/>
                  </a:lnTo>
                  <a:lnTo>
                    <a:pt x="2899198" y="1091607"/>
                  </a:lnTo>
                  <a:lnTo>
                    <a:pt x="2882392" y="1136435"/>
                  </a:lnTo>
                  <a:lnTo>
                    <a:pt x="2855541" y="1176070"/>
                  </a:lnTo>
                  <a:lnTo>
                    <a:pt x="2819591" y="1208681"/>
                  </a:lnTo>
                  <a:lnTo>
                    <a:pt x="1685618" y="2012591"/>
                  </a:lnTo>
                  <a:lnTo>
                    <a:pt x="1642401" y="2039321"/>
                  </a:lnTo>
                  <a:lnTo>
                    <a:pt x="1596913" y="2060110"/>
                  </a:lnTo>
                  <a:lnTo>
                    <a:pt x="1549723" y="2074960"/>
                  </a:lnTo>
                  <a:lnTo>
                    <a:pt x="1501398" y="2083870"/>
                  </a:lnTo>
                  <a:lnTo>
                    <a:pt x="1452505" y="2086840"/>
                  </a:lnTo>
                  <a:close/>
                </a:path>
              </a:pathLst>
            </a:custGeom>
            <a:solidFill>
              <a:srgbClr val="D6D9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889936" y="2633790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</a:t>
            </a:r>
            <a:r>
              <a:rPr sz="16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90036" y="4626187"/>
            <a:ext cx="3201670" cy="82296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1290" rIns="0" bIns="0" rtlCol="0">
            <a:spAutoFit/>
          </a:bodyPr>
          <a:lstStyle/>
          <a:p>
            <a:pPr marL="833120" marR="826770" indent="48895">
              <a:lnSpc>
                <a:spcPts val="1880"/>
              </a:lnSpc>
              <a:spcBef>
                <a:spcPts val="1270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dirty="0">
                <a:latin typeface="Tahoma" panose="020B0604030504040204"/>
                <a:cs typeface="Tahoma" panose="020B0604030504040204"/>
              </a:rPr>
              <a:t> next</a:t>
            </a:r>
            <a:r>
              <a:rPr sz="16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steps </a:t>
            </a:r>
            <a:r>
              <a:rPr sz="1600" dirty="0">
                <a:latin typeface="Tahoma" panose="020B0604030504040204"/>
                <a:cs typeface="Tahoma" panose="020B0604030504040204"/>
              </a:rPr>
              <a:t>using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35" dirty="0">
                <a:latin typeface="Tahoma" panose="020B0604030504040204"/>
                <a:cs typeface="Tahoma" panose="020B0604030504040204"/>
              </a:rPr>
              <a:t>rectangles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04928" y="4782278"/>
            <a:ext cx="1678939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18745" marR="5080" indent="-106680">
              <a:lnSpc>
                <a:spcPts val="1880"/>
              </a:lnSpc>
              <a:spcBef>
                <a:spcPts val="195"/>
              </a:spcBef>
            </a:pPr>
            <a:r>
              <a:rPr sz="1600" dirty="0">
                <a:latin typeface="Tahoma" panose="020B0604030504040204"/>
                <a:cs typeface="Tahoma" panose="020B0604030504040204"/>
              </a:rPr>
              <a:t>Use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diamonds</a:t>
            </a:r>
            <a:r>
              <a:rPr sz="160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25" dirty="0">
                <a:latin typeface="Tahoma" panose="020B0604030504040204"/>
                <a:cs typeface="Tahoma" panose="020B0604030504040204"/>
              </a:rPr>
              <a:t>for </a:t>
            </a:r>
            <a:r>
              <a:rPr sz="1600" spc="65" dirty="0">
                <a:latin typeface="Tahoma" panose="020B0604030504040204"/>
                <a:cs typeface="Tahoma" panose="020B0604030504040204"/>
              </a:rPr>
              <a:t>decision</a:t>
            </a:r>
            <a:r>
              <a:rPr sz="16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points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17499" y="4334567"/>
            <a:ext cx="3199130" cy="1374140"/>
          </a:xfrm>
          <a:custGeom>
            <a:avLst/>
            <a:gdLst/>
            <a:ahLst/>
            <a:cxnLst/>
            <a:rect l="l" t="t" r="r" b="b"/>
            <a:pathLst>
              <a:path w="3199129" h="1374139">
                <a:moveTo>
                  <a:pt x="1600199" y="1373959"/>
                </a:moveTo>
                <a:lnTo>
                  <a:pt x="1534239" y="1373386"/>
                </a:lnTo>
                <a:lnTo>
                  <a:pt x="1468958" y="1371682"/>
                </a:lnTo>
                <a:lnTo>
                  <a:pt x="1404408" y="1368868"/>
                </a:lnTo>
                <a:lnTo>
                  <a:pt x="1340639" y="1364968"/>
                </a:lnTo>
                <a:lnTo>
                  <a:pt x="1277703" y="1360002"/>
                </a:lnTo>
                <a:lnTo>
                  <a:pt x="1215653" y="1353994"/>
                </a:lnTo>
                <a:lnTo>
                  <a:pt x="1154539" y="1346964"/>
                </a:lnTo>
                <a:lnTo>
                  <a:pt x="1094413" y="1338936"/>
                </a:lnTo>
                <a:lnTo>
                  <a:pt x="1035326" y="1329932"/>
                </a:lnTo>
                <a:lnTo>
                  <a:pt x="977329" y="1319973"/>
                </a:lnTo>
                <a:lnTo>
                  <a:pt x="920476" y="1309081"/>
                </a:lnTo>
                <a:lnTo>
                  <a:pt x="864816" y="1297280"/>
                </a:lnTo>
                <a:lnTo>
                  <a:pt x="810401" y="1284590"/>
                </a:lnTo>
                <a:lnTo>
                  <a:pt x="757282" y="1271034"/>
                </a:lnTo>
                <a:lnTo>
                  <a:pt x="705513" y="1256634"/>
                </a:lnTo>
                <a:lnTo>
                  <a:pt x="655142" y="1241412"/>
                </a:lnTo>
                <a:lnTo>
                  <a:pt x="606223" y="1225390"/>
                </a:lnTo>
                <a:lnTo>
                  <a:pt x="558807" y="1208591"/>
                </a:lnTo>
                <a:lnTo>
                  <a:pt x="512944" y="1191036"/>
                </a:lnTo>
                <a:lnTo>
                  <a:pt x="468687" y="1172747"/>
                </a:lnTo>
                <a:lnTo>
                  <a:pt x="426088" y="1153747"/>
                </a:lnTo>
                <a:lnTo>
                  <a:pt x="385196" y="1134058"/>
                </a:lnTo>
                <a:lnTo>
                  <a:pt x="346065" y="1113702"/>
                </a:lnTo>
                <a:lnTo>
                  <a:pt x="308745" y="1092701"/>
                </a:lnTo>
                <a:lnTo>
                  <a:pt x="273289" y="1071076"/>
                </a:lnTo>
                <a:lnTo>
                  <a:pt x="239746" y="1048851"/>
                </a:lnTo>
                <a:lnTo>
                  <a:pt x="208170" y="1026047"/>
                </a:lnTo>
                <a:lnTo>
                  <a:pt x="151121" y="978791"/>
                </a:lnTo>
                <a:lnTo>
                  <a:pt x="102553" y="929485"/>
                </a:lnTo>
                <a:lnTo>
                  <a:pt x="62879" y="878305"/>
                </a:lnTo>
                <a:lnTo>
                  <a:pt x="32510" y="825430"/>
                </a:lnTo>
                <a:lnTo>
                  <a:pt x="11858" y="771035"/>
                </a:lnTo>
                <a:lnTo>
                  <a:pt x="1334" y="715297"/>
                </a:lnTo>
                <a:lnTo>
                  <a:pt x="0" y="686979"/>
                </a:lnTo>
                <a:lnTo>
                  <a:pt x="1334" y="658662"/>
                </a:lnTo>
                <a:lnTo>
                  <a:pt x="11858" y="602924"/>
                </a:lnTo>
                <a:lnTo>
                  <a:pt x="32510" y="548529"/>
                </a:lnTo>
                <a:lnTo>
                  <a:pt x="62879" y="495653"/>
                </a:lnTo>
                <a:lnTo>
                  <a:pt x="102553" y="444474"/>
                </a:lnTo>
                <a:lnTo>
                  <a:pt x="151121" y="395168"/>
                </a:lnTo>
                <a:lnTo>
                  <a:pt x="208170" y="347912"/>
                </a:lnTo>
                <a:lnTo>
                  <a:pt x="239746" y="325108"/>
                </a:lnTo>
                <a:lnTo>
                  <a:pt x="273289" y="302882"/>
                </a:lnTo>
                <a:lnTo>
                  <a:pt x="308745" y="281258"/>
                </a:lnTo>
                <a:lnTo>
                  <a:pt x="346065" y="260257"/>
                </a:lnTo>
                <a:lnTo>
                  <a:pt x="385196" y="239900"/>
                </a:lnTo>
                <a:lnTo>
                  <a:pt x="426088" y="220211"/>
                </a:lnTo>
                <a:lnTo>
                  <a:pt x="468687" y="201211"/>
                </a:lnTo>
                <a:lnTo>
                  <a:pt x="512944" y="182923"/>
                </a:lnTo>
                <a:lnTo>
                  <a:pt x="558807" y="165368"/>
                </a:lnTo>
                <a:lnTo>
                  <a:pt x="606223" y="148568"/>
                </a:lnTo>
                <a:lnTo>
                  <a:pt x="655142" y="132547"/>
                </a:lnTo>
                <a:lnTo>
                  <a:pt x="705513" y="117325"/>
                </a:lnTo>
                <a:lnTo>
                  <a:pt x="757282" y="102925"/>
                </a:lnTo>
                <a:lnTo>
                  <a:pt x="810401" y="89369"/>
                </a:lnTo>
                <a:lnTo>
                  <a:pt x="864816" y="76679"/>
                </a:lnTo>
                <a:lnTo>
                  <a:pt x="920476" y="64877"/>
                </a:lnTo>
                <a:lnTo>
                  <a:pt x="977329" y="53986"/>
                </a:lnTo>
                <a:lnTo>
                  <a:pt x="1035326" y="44027"/>
                </a:lnTo>
                <a:lnTo>
                  <a:pt x="1094413" y="35022"/>
                </a:lnTo>
                <a:lnTo>
                  <a:pt x="1154539" y="26994"/>
                </a:lnTo>
                <a:lnTo>
                  <a:pt x="1215653" y="19965"/>
                </a:lnTo>
                <a:lnTo>
                  <a:pt x="1277703" y="13957"/>
                </a:lnTo>
                <a:lnTo>
                  <a:pt x="1340639" y="8991"/>
                </a:lnTo>
                <a:lnTo>
                  <a:pt x="1404408" y="5090"/>
                </a:lnTo>
                <a:lnTo>
                  <a:pt x="1468958" y="2277"/>
                </a:lnTo>
                <a:lnTo>
                  <a:pt x="1534239" y="573"/>
                </a:lnTo>
                <a:lnTo>
                  <a:pt x="1600199" y="0"/>
                </a:lnTo>
                <a:lnTo>
                  <a:pt x="1666160" y="573"/>
                </a:lnTo>
                <a:lnTo>
                  <a:pt x="1731441" y="2277"/>
                </a:lnTo>
                <a:lnTo>
                  <a:pt x="1795991" y="5090"/>
                </a:lnTo>
                <a:lnTo>
                  <a:pt x="1859760" y="8991"/>
                </a:lnTo>
                <a:lnTo>
                  <a:pt x="1922696" y="13957"/>
                </a:lnTo>
                <a:lnTo>
                  <a:pt x="1984746" y="19965"/>
                </a:lnTo>
                <a:lnTo>
                  <a:pt x="2045860" y="26994"/>
                </a:lnTo>
                <a:lnTo>
                  <a:pt x="2105986" y="35022"/>
                </a:lnTo>
                <a:lnTo>
                  <a:pt x="2165073" y="44027"/>
                </a:lnTo>
                <a:lnTo>
                  <a:pt x="2223070" y="53986"/>
                </a:lnTo>
                <a:lnTo>
                  <a:pt x="2279923" y="64877"/>
                </a:lnTo>
                <a:lnTo>
                  <a:pt x="2335583" y="76679"/>
                </a:lnTo>
                <a:lnTo>
                  <a:pt x="2389998" y="89369"/>
                </a:lnTo>
                <a:lnTo>
                  <a:pt x="2443117" y="102925"/>
                </a:lnTo>
                <a:lnTo>
                  <a:pt x="2494887" y="117325"/>
                </a:lnTo>
                <a:lnTo>
                  <a:pt x="2545257" y="132547"/>
                </a:lnTo>
                <a:lnTo>
                  <a:pt x="2594176" y="148568"/>
                </a:lnTo>
                <a:lnTo>
                  <a:pt x="2641592" y="165368"/>
                </a:lnTo>
                <a:lnTo>
                  <a:pt x="2687455" y="182923"/>
                </a:lnTo>
                <a:lnTo>
                  <a:pt x="2731712" y="201211"/>
                </a:lnTo>
                <a:lnTo>
                  <a:pt x="2774312" y="220211"/>
                </a:lnTo>
                <a:lnTo>
                  <a:pt x="2815203" y="239900"/>
                </a:lnTo>
                <a:lnTo>
                  <a:pt x="2854334" y="260257"/>
                </a:lnTo>
                <a:lnTo>
                  <a:pt x="2891654" y="281258"/>
                </a:lnTo>
                <a:lnTo>
                  <a:pt x="2927110" y="302882"/>
                </a:lnTo>
                <a:lnTo>
                  <a:pt x="2960653" y="325108"/>
                </a:lnTo>
                <a:lnTo>
                  <a:pt x="2992229" y="347912"/>
                </a:lnTo>
                <a:lnTo>
                  <a:pt x="3049278" y="395168"/>
                </a:lnTo>
                <a:lnTo>
                  <a:pt x="3097846" y="444474"/>
                </a:lnTo>
                <a:lnTo>
                  <a:pt x="3137520" y="495653"/>
                </a:lnTo>
                <a:lnTo>
                  <a:pt x="3167889" y="548529"/>
                </a:lnTo>
                <a:lnTo>
                  <a:pt x="3188541" y="602924"/>
                </a:lnTo>
                <a:lnTo>
                  <a:pt x="3198749" y="656433"/>
                </a:lnTo>
                <a:lnTo>
                  <a:pt x="3198749" y="717525"/>
                </a:lnTo>
                <a:lnTo>
                  <a:pt x="3188541" y="771035"/>
                </a:lnTo>
                <a:lnTo>
                  <a:pt x="3167889" y="825430"/>
                </a:lnTo>
                <a:lnTo>
                  <a:pt x="3137520" y="878305"/>
                </a:lnTo>
                <a:lnTo>
                  <a:pt x="3097846" y="929485"/>
                </a:lnTo>
                <a:lnTo>
                  <a:pt x="3049278" y="978791"/>
                </a:lnTo>
                <a:lnTo>
                  <a:pt x="2992229" y="1026047"/>
                </a:lnTo>
                <a:lnTo>
                  <a:pt x="2960653" y="1048851"/>
                </a:lnTo>
                <a:lnTo>
                  <a:pt x="2927110" y="1071076"/>
                </a:lnTo>
                <a:lnTo>
                  <a:pt x="2891654" y="1092701"/>
                </a:lnTo>
                <a:lnTo>
                  <a:pt x="2854334" y="1113702"/>
                </a:lnTo>
                <a:lnTo>
                  <a:pt x="2815203" y="1134058"/>
                </a:lnTo>
                <a:lnTo>
                  <a:pt x="2774312" y="1153747"/>
                </a:lnTo>
                <a:lnTo>
                  <a:pt x="2731712" y="1172747"/>
                </a:lnTo>
                <a:lnTo>
                  <a:pt x="2687455" y="1191036"/>
                </a:lnTo>
                <a:lnTo>
                  <a:pt x="2641592" y="1208591"/>
                </a:lnTo>
                <a:lnTo>
                  <a:pt x="2594176" y="1225390"/>
                </a:lnTo>
                <a:lnTo>
                  <a:pt x="2545257" y="1241412"/>
                </a:lnTo>
                <a:lnTo>
                  <a:pt x="2494887" y="1256634"/>
                </a:lnTo>
                <a:lnTo>
                  <a:pt x="2443117" y="1271034"/>
                </a:lnTo>
                <a:lnTo>
                  <a:pt x="2389998" y="1284590"/>
                </a:lnTo>
                <a:lnTo>
                  <a:pt x="2335583" y="1297280"/>
                </a:lnTo>
                <a:lnTo>
                  <a:pt x="2279923" y="1309081"/>
                </a:lnTo>
                <a:lnTo>
                  <a:pt x="2223070" y="1319973"/>
                </a:lnTo>
                <a:lnTo>
                  <a:pt x="2165073" y="1329932"/>
                </a:lnTo>
                <a:lnTo>
                  <a:pt x="2105986" y="1338936"/>
                </a:lnTo>
                <a:lnTo>
                  <a:pt x="2045860" y="1346964"/>
                </a:lnTo>
                <a:lnTo>
                  <a:pt x="1984746" y="1353994"/>
                </a:lnTo>
                <a:lnTo>
                  <a:pt x="1922696" y="1360002"/>
                </a:lnTo>
                <a:lnTo>
                  <a:pt x="1859760" y="1364968"/>
                </a:lnTo>
                <a:lnTo>
                  <a:pt x="1795991" y="1368868"/>
                </a:lnTo>
                <a:lnTo>
                  <a:pt x="1731441" y="1371682"/>
                </a:lnTo>
                <a:lnTo>
                  <a:pt x="1666160" y="1373386"/>
                </a:lnTo>
                <a:lnTo>
                  <a:pt x="1600199" y="1373959"/>
                </a:lnTo>
                <a:close/>
              </a:path>
            </a:pathLst>
          </a:custGeom>
          <a:solidFill>
            <a:srgbClr val="D5FD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063028" y="4747348"/>
            <a:ext cx="2509520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681355" marR="5080" indent="-669290">
              <a:lnSpc>
                <a:spcPts val="1880"/>
              </a:lnSpc>
              <a:spcBef>
                <a:spcPts val="19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the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first</a:t>
            </a:r>
            <a:r>
              <a:rPr sz="16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80" dirty="0">
                <a:latin typeface="Tahoma" panose="020B0604030504040204"/>
                <a:cs typeface="Tahoma" panose="020B0604030504040204"/>
              </a:rPr>
              <a:t>step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using</a:t>
            </a:r>
            <a:r>
              <a:rPr sz="16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25" dirty="0">
                <a:latin typeface="Tahoma" panose="020B0604030504040204"/>
                <a:cs typeface="Tahoma" panose="020B0604030504040204"/>
              </a:rPr>
              <a:t>an </a:t>
            </a:r>
            <a:r>
              <a:rPr sz="1600" dirty="0">
                <a:latin typeface="Tahoma" panose="020B0604030504040204"/>
                <a:cs typeface="Tahoma" panose="020B0604030504040204"/>
              </a:rPr>
              <a:t>oval</a:t>
            </a:r>
            <a:r>
              <a:rPr sz="16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like</a:t>
            </a:r>
            <a:r>
              <a:rPr sz="16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30" dirty="0">
                <a:latin typeface="Tahoma" panose="020B0604030504040204"/>
                <a:cs typeface="Tahoma" panose="020B0604030504040204"/>
              </a:rPr>
              <a:t>this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30277" y="6932380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80" dirty="0">
                <a:latin typeface="Tahoma" panose="020B0604030504040204"/>
                <a:cs typeface="Tahoma" panose="020B0604030504040204"/>
              </a:rPr>
              <a:t>steps</a:t>
            </a:r>
            <a:r>
              <a:rPr sz="16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as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needed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89936" y="6932338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</a:t>
            </a:r>
            <a:r>
              <a:rPr sz="16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65899" y="2619331"/>
            <a:ext cx="3200400" cy="62230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68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600" spc="105" dirty="0">
                <a:latin typeface="Tahoma" panose="020B0604030504040204"/>
                <a:cs typeface="Tahoma" panose="020B0604030504040204"/>
              </a:rPr>
              <a:t>Add</a:t>
            </a:r>
            <a:r>
              <a:rPr sz="16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</a:t>
            </a:r>
            <a:r>
              <a:rPr sz="1600" spc="-6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latin typeface="Tahoma" panose="020B0604030504040204"/>
                <a:cs typeface="Tahoma" panose="020B0604030504040204"/>
              </a:rPr>
              <a:t>step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2767992" y="7554417"/>
            <a:ext cx="3199130" cy="1972945"/>
            <a:chOff x="12767992" y="7554417"/>
            <a:chExt cx="3199130" cy="1972945"/>
          </a:xfrm>
        </p:grpSpPr>
        <p:sp>
          <p:nvSpPr>
            <p:cNvPr id="30" name="object 30"/>
            <p:cNvSpPr/>
            <p:nvPr/>
          </p:nvSpPr>
          <p:spPr>
            <a:xfrm>
              <a:off x="14343957" y="7568704"/>
              <a:ext cx="20955" cy="498475"/>
            </a:xfrm>
            <a:custGeom>
              <a:avLst/>
              <a:gdLst/>
              <a:ahLst/>
              <a:cxnLst/>
              <a:rect l="l" t="t" r="r" b="b"/>
              <a:pathLst>
                <a:path w="20955" h="498475">
                  <a:moveTo>
                    <a:pt x="20671" y="498466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308108" y="8065382"/>
              <a:ext cx="114226" cy="874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2767992" y="8152833"/>
              <a:ext cx="3199130" cy="1374140"/>
            </a:xfrm>
            <a:custGeom>
              <a:avLst/>
              <a:gdLst/>
              <a:ahLst/>
              <a:cxnLst/>
              <a:rect l="l" t="t" r="r" b="b"/>
              <a:pathLst>
                <a:path w="3199130" h="1374140">
                  <a:moveTo>
                    <a:pt x="1600200" y="1373959"/>
                  </a:moveTo>
                  <a:lnTo>
                    <a:pt x="1534239" y="1373386"/>
                  </a:lnTo>
                  <a:lnTo>
                    <a:pt x="1468958" y="1371682"/>
                  </a:lnTo>
                  <a:lnTo>
                    <a:pt x="1404408" y="1368869"/>
                  </a:lnTo>
                  <a:lnTo>
                    <a:pt x="1340639" y="1364968"/>
                  </a:lnTo>
                  <a:lnTo>
                    <a:pt x="1277703" y="1360002"/>
                  </a:lnTo>
                  <a:lnTo>
                    <a:pt x="1215653" y="1353994"/>
                  </a:lnTo>
                  <a:lnTo>
                    <a:pt x="1154539" y="1346965"/>
                  </a:lnTo>
                  <a:lnTo>
                    <a:pt x="1094412" y="1338937"/>
                  </a:lnTo>
                  <a:lnTo>
                    <a:pt x="1035326" y="1329932"/>
                  </a:lnTo>
                  <a:lnTo>
                    <a:pt x="977329" y="1319973"/>
                  </a:lnTo>
                  <a:lnTo>
                    <a:pt x="920475" y="1309082"/>
                  </a:lnTo>
                  <a:lnTo>
                    <a:pt x="864815" y="1297280"/>
                  </a:lnTo>
                  <a:lnTo>
                    <a:pt x="810400" y="1284590"/>
                  </a:lnTo>
                  <a:lnTo>
                    <a:pt x="757282" y="1271034"/>
                  </a:lnTo>
                  <a:lnTo>
                    <a:pt x="705512" y="1256634"/>
                  </a:lnTo>
                  <a:lnTo>
                    <a:pt x="655142" y="1241412"/>
                  </a:lnTo>
                  <a:lnTo>
                    <a:pt x="606223" y="1225390"/>
                  </a:lnTo>
                  <a:lnTo>
                    <a:pt x="558806" y="1208591"/>
                  </a:lnTo>
                  <a:lnTo>
                    <a:pt x="512944" y="1191036"/>
                  </a:lnTo>
                  <a:lnTo>
                    <a:pt x="468687" y="1172748"/>
                  </a:lnTo>
                  <a:lnTo>
                    <a:pt x="426087" y="1153748"/>
                  </a:lnTo>
                  <a:lnTo>
                    <a:pt x="385196" y="1134059"/>
                  </a:lnTo>
                  <a:lnTo>
                    <a:pt x="346065" y="1113702"/>
                  </a:lnTo>
                  <a:lnTo>
                    <a:pt x="308745" y="1092701"/>
                  </a:lnTo>
                  <a:lnTo>
                    <a:pt x="273289" y="1071076"/>
                  </a:lnTo>
                  <a:lnTo>
                    <a:pt x="239746" y="1048851"/>
                  </a:lnTo>
                  <a:lnTo>
                    <a:pt x="208170" y="1026047"/>
                  </a:lnTo>
                  <a:lnTo>
                    <a:pt x="151121" y="978791"/>
                  </a:lnTo>
                  <a:lnTo>
                    <a:pt x="102553" y="929485"/>
                  </a:lnTo>
                  <a:lnTo>
                    <a:pt x="62879" y="878305"/>
                  </a:lnTo>
                  <a:lnTo>
                    <a:pt x="32510" y="825430"/>
                  </a:lnTo>
                  <a:lnTo>
                    <a:pt x="11858" y="771034"/>
                  </a:lnTo>
                  <a:lnTo>
                    <a:pt x="1334" y="715296"/>
                  </a:lnTo>
                  <a:lnTo>
                    <a:pt x="0" y="686979"/>
                  </a:lnTo>
                  <a:lnTo>
                    <a:pt x="1334" y="658662"/>
                  </a:lnTo>
                  <a:lnTo>
                    <a:pt x="11858" y="602924"/>
                  </a:lnTo>
                  <a:lnTo>
                    <a:pt x="32510" y="548529"/>
                  </a:lnTo>
                  <a:lnTo>
                    <a:pt x="62879" y="495653"/>
                  </a:lnTo>
                  <a:lnTo>
                    <a:pt x="102553" y="444474"/>
                  </a:lnTo>
                  <a:lnTo>
                    <a:pt x="151121" y="395168"/>
                  </a:lnTo>
                  <a:lnTo>
                    <a:pt x="208170" y="347912"/>
                  </a:lnTo>
                  <a:lnTo>
                    <a:pt x="239746" y="325108"/>
                  </a:lnTo>
                  <a:lnTo>
                    <a:pt x="273289" y="302882"/>
                  </a:lnTo>
                  <a:lnTo>
                    <a:pt x="308745" y="281258"/>
                  </a:lnTo>
                  <a:lnTo>
                    <a:pt x="346065" y="260257"/>
                  </a:lnTo>
                  <a:lnTo>
                    <a:pt x="385196" y="239900"/>
                  </a:lnTo>
                  <a:lnTo>
                    <a:pt x="426087" y="220211"/>
                  </a:lnTo>
                  <a:lnTo>
                    <a:pt x="468687" y="201211"/>
                  </a:lnTo>
                  <a:lnTo>
                    <a:pt x="512944" y="182923"/>
                  </a:lnTo>
                  <a:lnTo>
                    <a:pt x="558806" y="165368"/>
                  </a:lnTo>
                  <a:lnTo>
                    <a:pt x="606223" y="148569"/>
                  </a:lnTo>
                  <a:lnTo>
                    <a:pt x="655142" y="132547"/>
                  </a:lnTo>
                  <a:lnTo>
                    <a:pt x="705512" y="117325"/>
                  </a:lnTo>
                  <a:lnTo>
                    <a:pt x="757282" y="102925"/>
                  </a:lnTo>
                  <a:lnTo>
                    <a:pt x="810400" y="89369"/>
                  </a:lnTo>
                  <a:lnTo>
                    <a:pt x="864815" y="76679"/>
                  </a:lnTo>
                  <a:lnTo>
                    <a:pt x="920475" y="64877"/>
                  </a:lnTo>
                  <a:lnTo>
                    <a:pt x="977329" y="53986"/>
                  </a:lnTo>
                  <a:lnTo>
                    <a:pt x="1035326" y="44027"/>
                  </a:lnTo>
                  <a:lnTo>
                    <a:pt x="1094412" y="35022"/>
                  </a:lnTo>
                  <a:lnTo>
                    <a:pt x="1154539" y="26994"/>
                  </a:lnTo>
                  <a:lnTo>
                    <a:pt x="1215653" y="19965"/>
                  </a:lnTo>
                  <a:lnTo>
                    <a:pt x="1277703" y="13957"/>
                  </a:lnTo>
                  <a:lnTo>
                    <a:pt x="1340639" y="8991"/>
                  </a:lnTo>
                  <a:lnTo>
                    <a:pt x="1404408" y="5090"/>
                  </a:lnTo>
                  <a:lnTo>
                    <a:pt x="1468958" y="2277"/>
                  </a:lnTo>
                  <a:lnTo>
                    <a:pt x="1534239" y="573"/>
                  </a:lnTo>
                  <a:lnTo>
                    <a:pt x="1600200" y="0"/>
                  </a:lnTo>
                  <a:lnTo>
                    <a:pt x="1666160" y="573"/>
                  </a:lnTo>
                  <a:lnTo>
                    <a:pt x="1731441" y="2277"/>
                  </a:lnTo>
                  <a:lnTo>
                    <a:pt x="1795991" y="5090"/>
                  </a:lnTo>
                  <a:lnTo>
                    <a:pt x="1859760" y="8991"/>
                  </a:lnTo>
                  <a:lnTo>
                    <a:pt x="1922695" y="13957"/>
                  </a:lnTo>
                  <a:lnTo>
                    <a:pt x="1984746" y="19965"/>
                  </a:lnTo>
                  <a:lnTo>
                    <a:pt x="2045860" y="26994"/>
                  </a:lnTo>
                  <a:lnTo>
                    <a:pt x="2105986" y="35022"/>
                  </a:lnTo>
                  <a:lnTo>
                    <a:pt x="2165073" y="44027"/>
                  </a:lnTo>
                  <a:lnTo>
                    <a:pt x="2223069" y="53986"/>
                  </a:lnTo>
                  <a:lnTo>
                    <a:pt x="2279923" y="64877"/>
                  </a:lnTo>
                  <a:lnTo>
                    <a:pt x="2335583" y="76679"/>
                  </a:lnTo>
                  <a:lnTo>
                    <a:pt x="2389998" y="89369"/>
                  </a:lnTo>
                  <a:lnTo>
                    <a:pt x="2443116" y="102925"/>
                  </a:lnTo>
                  <a:lnTo>
                    <a:pt x="2494886" y="117325"/>
                  </a:lnTo>
                  <a:lnTo>
                    <a:pt x="2545257" y="132547"/>
                  </a:lnTo>
                  <a:lnTo>
                    <a:pt x="2594176" y="148569"/>
                  </a:lnTo>
                  <a:lnTo>
                    <a:pt x="2641592" y="165368"/>
                  </a:lnTo>
                  <a:lnTo>
                    <a:pt x="2687455" y="182923"/>
                  </a:lnTo>
                  <a:lnTo>
                    <a:pt x="2731712" y="201211"/>
                  </a:lnTo>
                  <a:lnTo>
                    <a:pt x="2774311" y="220211"/>
                  </a:lnTo>
                  <a:lnTo>
                    <a:pt x="2815203" y="239900"/>
                  </a:lnTo>
                  <a:lnTo>
                    <a:pt x="2854334" y="260257"/>
                  </a:lnTo>
                  <a:lnTo>
                    <a:pt x="2891654" y="281258"/>
                  </a:lnTo>
                  <a:lnTo>
                    <a:pt x="2927110" y="302882"/>
                  </a:lnTo>
                  <a:lnTo>
                    <a:pt x="2960653" y="325108"/>
                  </a:lnTo>
                  <a:lnTo>
                    <a:pt x="2992229" y="347912"/>
                  </a:lnTo>
                  <a:lnTo>
                    <a:pt x="3049278" y="395168"/>
                  </a:lnTo>
                  <a:lnTo>
                    <a:pt x="3097846" y="444474"/>
                  </a:lnTo>
                  <a:lnTo>
                    <a:pt x="3137520" y="495653"/>
                  </a:lnTo>
                  <a:lnTo>
                    <a:pt x="3167889" y="548529"/>
                  </a:lnTo>
                  <a:lnTo>
                    <a:pt x="3188541" y="602924"/>
                  </a:lnTo>
                  <a:lnTo>
                    <a:pt x="3198749" y="656432"/>
                  </a:lnTo>
                  <a:lnTo>
                    <a:pt x="3198749" y="717526"/>
                  </a:lnTo>
                  <a:lnTo>
                    <a:pt x="3188541" y="771034"/>
                  </a:lnTo>
                  <a:lnTo>
                    <a:pt x="3167889" y="825430"/>
                  </a:lnTo>
                  <a:lnTo>
                    <a:pt x="3137520" y="878305"/>
                  </a:lnTo>
                  <a:lnTo>
                    <a:pt x="3097846" y="929485"/>
                  </a:lnTo>
                  <a:lnTo>
                    <a:pt x="3049278" y="978791"/>
                  </a:lnTo>
                  <a:lnTo>
                    <a:pt x="2992229" y="1026047"/>
                  </a:lnTo>
                  <a:lnTo>
                    <a:pt x="2960653" y="1048851"/>
                  </a:lnTo>
                  <a:lnTo>
                    <a:pt x="2927110" y="1071076"/>
                  </a:lnTo>
                  <a:lnTo>
                    <a:pt x="2891654" y="1092701"/>
                  </a:lnTo>
                  <a:lnTo>
                    <a:pt x="2854334" y="1113702"/>
                  </a:lnTo>
                  <a:lnTo>
                    <a:pt x="2815203" y="1134059"/>
                  </a:lnTo>
                  <a:lnTo>
                    <a:pt x="2774311" y="1153748"/>
                  </a:lnTo>
                  <a:lnTo>
                    <a:pt x="2731712" y="1172748"/>
                  </a:lnTo>
                  <a:lnTo>
                    <a:pt x="2687455" y="1191036"/>
                  </a:lnTo>
                  <a:lnTo>
                    <a:pt x="2641592" y="1208591"/>
                  </a:lnTo>
                  <a:lnTo>
                    <a:pt x="2594176" y="1225390"/>
                  </a:lnTo>
                  <a:lnTo>
                    <a:pt x="2545257" y="1241412"/>
                  </a:lnTo>
                  <a:lnTo>
                    <a:pt x="2494886" y="1256634"/>
                  </a:lnTo>
                  <a:lnTo>
                    <a:pt x="2443116" y="1271034"/>
                  </a:lnTo>
                  <a:lnTo>
                    <a:pt x="2389998" y="1284590"/>
                  </a:lnTo>
                  <a:lnTo>
                    <a:pt x="2335583" y="1297280"/>
                  </a:lnTo>
                  <a:lnTo>
                    <a:pt x="2279923" y="1309082"/>
                  </a:lnTo>
                  <a:lnTo>
                    <a:pt x="2223069" y="1319973"/>
                  </a:lnTo>
                  <a:lnTo>
                    <a:pt x="2165073" y="1329932"/>
                  </a:lnTo>
                  <a:lnTo>
                    <a:pt x="2105986" y="1338937"/>
                  </a:lnTo>
                  <a:lnTo>
                    <a:pt x="2045860" y="1346965"/>
                  </a:lnTo>
                  <a:lnTo>
                    <a:pt x="1984746" y="1353994"/>
                  </a:lnTo>
                  <a:lnTo>
                    <a:pt x="1922695" y="1360002"/>
                  </a:lnTo>
                  <a:lnTo>
                    <a:pt x="1859760" y="1364968"/>
                  </a:lnTo>
                  <a:lnTo>
                    <a:pt x="1795991" y="1368869"/>
                  </a:lnTo>
                  <a:lnTo>
                    <a:pt x="1731441" y="1371682"/>
                  </a:lnTo>
                  <a:lnTo>
                    <a:pt x="1666160" y="1373386"/>
                  </a:lnTo>
                  <a:lnTo>
                    <a:pt x="1600200" y="1373959"/>
                  </a:lnTo>
                  <a:close/>
                </a:path>
              </a:pathLst>
            </a:custGeom>
            <a:solidFill>
              <a:srgbClr val="FFF5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3288396" y="8565615"/>
            <a:ext cx="2159635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69215" marR="5080" indent="-57150">
              <a:lnSpc>
                <a:spcPts val="1880"/>
              </a:lnSpc>
              <a:spcBef>
                <a:spcPts val="195"/>
              </a:spcBef>
            </a:pPr>
            <a:r>
              <a:rPr sz="1600" dirty="0">
                <a:latin typeface="Tahoma" panose="020B0604030504040204"/>
                <a:cs typeface="Tahoma" panose="020B0604030504040204"/>
              </a:rPr>
              <a:t>Use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an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oval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for</a:t>
            </a:r>
            <a:r>
              <a:rPr sz="16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the</a:t>
            </a:r>
            <a:r>
              <a:rPr sz="160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-20" dirty="0">
                <a:latin typeface="Tahoma" panose="020B0604030504040204"/>
                <a:cs typeface="Tahoma" panose="020B0604030504040204"/>
              </a:rPr>
              <a:t>last </a:t>
            </a:r>
            <a:r>
              <a:rPr sz="1600" spc="70" dirty="0">
                <a:latin typeface="Tahoma" panose="020B0604030504040204"/>
                <a:cs typeface="Tahoma" panose="020B0604030504040204"/>
              </a:rPr>
              <a:t>step/s</a:t>
            </a:r>
            <a:r>
              <a:rPr sz="16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latin typeface="Tahoma" panose="020B0604030504040204"/>
                <a:cs typeface="Tahoma" panose="020B0604030504040204"/>
              </a:rPr>
              <a:t>of</a:t>
            </a:r>
            <a:r>
              <a:rPr sz="16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latin typeface="Tahoma" panose="020B0604030504040204"/>
                <a:cs typeface="Tahoma" panose="020B0604030504040204"/>
              </a:rPr>
              <a:t>the</a:t>
            </a:r>
            <a:r>
              <a:rPr sz="16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latin typeface="Tahoma" panose="020B0604030504040204"/>
                <a:cs typeface="Tahoma" panose="020B0604030504040204"/>
              </a:rPr>
              <a:t>process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28699" y="7174400"/>
            <a:ext cx="1653539" cy="1653539"/>
          </a:xfrm>
          <a:prstGeom prst="rect">
            <a:avLst/>
          </a:prstGeom>
          <a:solidFill>
            <a:srgbClr val="FFF5C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0810" marR="123825" algn="ctr">
              <a:lnSpc>
                <a:spcPts val="1280"/>
              </a:lnSpc>
            </a:pPr>
            <a:r>
              <a:rPr sz="1200" dirty="0">
                <a:latin typeface="Tahoma" panose="020B0604030504040204"/>
                <a:cs typeface="Tahoma" panose="020B0604030504040204"/>
              </a:rPr>
              <a:t>Use</a:t>
            </a:r>
            <a:r>
              <a:rPr sz="1200" spc="2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sticky</a:t>
            </a:r>
            <a:r>
              <a:rPr sz="12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notes</a:t>
            </a:r>
            <a:r>
              <a:rPr sz="1200" spc="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to </a:t>
            </a:r>
            <a:r>
              <a:rPr sz="1200" dirty="0">
                <a:latin typeface="Tahoma" panose="020B0604030504040204"/>
                <a:cs typeface="Tahoma" panose="020B0604030504040204"/>
              </a:rPr>
              <a:t>add</a:t>
            </a:r>
            <a:r>
              <a:rPr sz="1200" spc="4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comments.</a:t>
            </a:r>
            <a:r>
              <a:rPr sz="1200" spc="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Just </a:t>
            </a:r>
            <a:r>
              <a:rPr sz="1200" dirty="0">
                <a:latin typeface="Tahoma" panose="020B0604030504040204"/>
                <a:cs typeface="Tahoma" panose="020B0604030504040204"/>
              </a:rPr>
              <a:t>copy,</a:t>
            </a:r>
            <a:r>
              <a:rPr sz="12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paste,</a:t>
            </a:r>
            <a:r>
              <a:rPr sz="12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and </a:t>
            </a:r>
            <a:r>
              <a:rPr sz="1200" dirty="0">
                <a:latin typeface="Tahoma" panose="020B0604030504040204"/>
                <a:cs typeface="Tahoma" panose="020B0604030504040204"/>
              </a:rPr>
              <a:t>drag</a:t>
            </a:r>
            <a:r>
              <a:rPr sz="12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them</a:t>
            </a:r>
            <a:r>
              <a:rPr sz="12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to</a:t>
            </a:r>
            <a:r>
              <a:rPr sz="12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the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flowchart!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05810" y="7174400"/>
            <a:ext cx="1653539" cy="1653539"/>
          </a:xfrm>
          <a:prstGeom prst="rect">
            <a:avLst/>
          </a:prstGeom>
          <a:solidFill>
            <a:srgbClr val="FFCCD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72720" marR="165735" algn="ctr">
              <a:lnSpc>
                <a:spcPts val="1280"/>
              </a:lnSpc>
            </a:pPr>
            <a:r>
              <a:rPr sz="1200" dirty="0">
                <a:latin typeface="Tahoma" panose="020B0604030504040204"/>
                <a:cs typeface="Tahoma" panose="020B0604030504040204"/>
              </a:rPr>
              <a:t>You</a:t>
            </a:r>
            <a:r>
              <a:rPr sz="12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can</a:t>
            </a:r>
            <a:r>
              <a:rPr sz="12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also</a:t>
            </a:r>
            <a:r>
              <a:rPr sz="12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color- </a:t>
            </a:r>
            <a:r>
              <a:rPr sz="1200" spc="60" dirty="0">
                <a:latin typeface="Tahoma" panose="020B0604030504040204"/>
                <a:cs typeface="Tahoma" panose="020B0604030504040204"/>
              </a:rPr>
              <a:t>code</a:t>
            </a:r>
            <a:r>
              <a:rPr sz="12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them.</a:t>
            </a:r>
            <a:r>
              <a:rPr sz="12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For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instance,</a:t>
            </a:r>
            <a:r>
              <a:rPr sz="12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red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notes </a:t>
            </a:r>
            <a:r>
              <a:rPr sz="1200" dirty="0">
                <a:latin typeface="Tahoma" panose="020B0604030504040204"/>
                <a:cs typeface="Tahoma" panose="020B0604030504040204"/>
              </a:rPr>
              <a:t>can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spc="50" dirty="0">
                <a:latin typeface="Tahoma" panose="020B0604030504040204"/>
                <a:cs typeface="Tahoma" panose="020B0604030504040204"/>
              </a:rPr>
              <a:t>be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used</a:t>
            </a:r>
            <a:r>
              <a:rPr sz="12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sz="1200" dirty="0">
                <a:latin typeface="Tahoma" panose="020B0604030504040204"/>
                <a:cs typeface="Tahoma" panose="020B0604030504040204"/>
              </a:rPr>
              <a:t>to</a:t>
            </a:r>
            <a:r>
              <a:rPr sz="1200" spc="-20" dirty="0">
                <a:latin typeface="Tahoma" panose="020B0604030504040204"/>
                <a:cs typeface="Tahoma" panose="020B0604030504040204"/>
              </a:rPr>
              <a:t> flag </a:t>
            </a:r>
            <a:r>
              <a:rPr sz="1200" spc="-10" dirty="0">
                <a:latin typeface="Tahoma" panose="020B0604030504040204"/>
                <a:cs typeface="Tahoma" panose="020B0604030504040204"/>
              </a:rPr>
              <a:t>bottlenecks!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21698" y="4301885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39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6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3" y="73646"/>
                </a:lnTo>
                <a:lnTo>
                  <a:pt x="375685" y="110155"/>
                </a:lnTo>
                <a:lnTo>
                  <a:pt x="390573" y="151542"/>
                </a:lnTo>
                <a:lnTo>
                  <a:pt x="395800" y="196626"/>
                </a:lnTo>
                <a:lnTo>
                  <a:pt x="390573" y="241711"/>
                </a:lnTo>
                <a:lnTo>
                  <a:pt x="375685" y="283098"/>
                </a:lnTo>
                <a:lnTo>
                  <a:pt x="352323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6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3AB8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471719" y="4343191"/>
            <a:ext cx="958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317629" y="4301885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3" y="73646"/>
                </a:lnTo>
                <a:lnTo>
                  <a:pt x="375685" y="110155"/>
                </a:lnTo>
                <a:lnTo>
                  <a:pt x="390573" y="151542"/>
                </a:lnTo>
                <a:lnTo>
                  <a:pt x="395800" y="196626"/>
                </a:lnTo>
                <a:lnTo>
                  <a:pt x="390573" y="241711"/>
                </a:lnTo>
                <a:lnTo>
                  <a:pt x="375685" y="283098"/>
                </a:lnTo>
                <a:lnTo>
                  <a:pt x="352323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7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444582" y="4343191"/>
            <a:ext cx="1416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132114" y="4301885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4" y="73646"/>
                </a:lnTo>
                <a:lnTo>
                  <a:pt x="375685" y="110155"/>
                </a:lnTo>
                <a:lnTo>
                  <a:pt x="390573" y="151542"/>
                </a:lnTo>
                <a:lnTo>
                  <a:pt x="395800" y="196626"/>
                </a:lnTo>
                <a:lnTo>
                  <a:pt x="390573" y="241711"/>
                </a:lnTo>
                <a:lnTo>
                  <a:pt x="375685" y="283098"/>
                </a:lnTo>
                <a:lnTo>
                  <a:pt x="352324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7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8E7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1256537" y="4343191"/>
            <a:ext cx="146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2193733" y="6850113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3"/>
                </a:moveTo>
                <a:lnTo>
                  <a:pt x="152523" y="388060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2"/>
                </a:lnTo>
                <a:lnTo>
                  <a:pt x="0" y="196627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2" y="19985"/>
                </a:lnTo>
                <a:lnTo>
                  <a:pt x="321677" y="43196"/>
                </a:lnTo>
                <a:lnTo>
                  <a:pt x="352324" y="73646"/>
                </a:lnTo>
                <a:lnTo>
                  <a:pt x="375686" y="110155"/>
                </a:lnTo>
                <a:lnTo>
                  <a:pt x="390574" y="151542"/>
                </a:lnTo>
                <a:lnTo>
                  <a:pt x="395801" y="196627"/>
                </a:lnTo>
                <a:lnTo>
                  <a:pt x="390574" y="241712"/>
                </a:lnTo>
                <a:lnTo>
                  <a:pt x="375686" y="283098"/>
                </a:lnTo>
                <a:lnTo>
                  <a:pt x="352324" y="319607"/>
                </a:lnTo>
                <a:lnTo>
                  <a:pt x="321677" y="350057"/>
                </a:lnTo>
                <a:lnTo>
                  <a:pt x="284932" y="373268"/>
                </a:lnTo>
                <a:lnTo>
                  <a:pt x="243277" y="388060"/>
                </a:lnTo>
                <a:lnTo>
                  <a:pt x="197900" y="393253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2313690" y="6891419"/>
            <a:ext cx="1562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4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2193733" y="8630832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3"/>
                </a:moveTo>
                <a:lnTo>
                  <a:pt x="152523" y="388060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7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7" y="5193"/>
                </a:lnTo>
                <a:lnTo>
                  <a:pt x="284932" y="19985"/>
                </a:lnTo>
                <a:lnTo>
                  <a:pt x="321677" y="43196"/>
                </a:lnTo>
                <a:lnTo>
                  <a:pt x="352324" y="73646"/>
                </a:lnTo>
                <a:lnTo>
                  <a:pt x="375686" y="110155"/>
                </a:lnTo>
                <a:lnTo>
                  <a:pt x="390574" y="151542"/>
                </a:lnTo>
                <a:lnTo>
                  <a:pt x="395801" y="196627"/>
                </a:lnTo>
                <a:lnTo>
                  <a:pt x="390574" y="241711"/>
                </a:lnTo>
                <a:lnTo>
                  <a:pt x="375686" y="283098"/>
                </a:lnTo>
                <a:lnTo>
                  <a:pt x="352324" y="319607"/>
                </a:lnTo>
                <a:lnTo>
                  <a:pt x="321677" y="350057"/>
                </a:lnTo>
                <a:lnTo>
                  <a:pt x="284932" y="373268"/>
                </a:lnTo>
                <a:lnTo>
                  <a:pt x="243277" y="388060"/>
                </a:lnTo>
                <a:lnTo>
                  <a:pt x="197900" y="393253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2315773" y="8672139"/>
            <a:ext cx="1517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5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1850740" y="708924"/>
            <a:ext cx="5394960" cy="1167765"/>
            <a:chOff x="11850740" y="708924"/>
            <a:chExt cx="5394960" cy="1167765"/>
          </a:xfrm>
        </p:grpSpPr>
        <p:sp>
          <p:nvSpPr>
            <p:cNvPr id="47" name="object 47"/>
            <p:cNvSpPr/>
            <p:nvPr/>
          </p:nvSpPr>
          <p:spPr>
            <a:xfrm>
              <a:off x="11850740" y="708924"/>
              <a:ext cx="5394960" cy="1167765"/>
            </a:xfrm>
            <a:custGeom>
              <a:avLst/>
              <a:gdLst/>
              <a:ahLst/>
              <a:cxnLst/>
              <a:rect l="l" t="t" r="r" b="b"/>
              <a:pathLst>
                <a:path w="5394959" h="1167764">
                  <a:moveTo>
                    <a:pt x="5272648" y="1167457"/>
                  </a:moveTo>
                  <a:lnTo>
                    <a:pt x="123741" y="1167457"/>
                  </a:lnTo>
                  <a:lnTo>
                    <a:pt x="75642" y="1157711"/>
                  </a:lnTo>
                  <a:lnTo>
                    <a:pt x="36302" y="1131155"/>
                  </a:lnTo>
                  <a:lnTo>
                    <a:pt x="9746" y="1091815"/>
                  </a:lnTo>
                  <a:lnTo>
                    <a:pt x="0" y="1043716"/>
                  </a:lnTo>
                  <a:lnTo>
                    <a:pt x="0" y="123741"/>
                  </a:lnTo>
                  <a:lnTo>
                    <a:pt x="9746" y="75641"/>
                  </a:lnTo>
                  <a:lnTo>
                    <a:pt x="36302" y="36301"/>
                  </a:lnTo>
                  <a:lnTo>
                    <a:pt x="75642" y="9746"/>
                  </a:lnTo>
                  <a:lnTo>
                    <a:pt x="123741" y="0"/>
                  </a:lnTo>
                  <a:lnTo>
                    <a:pt x="5272648" y="0"/>
                  </a:lnTo>
                  <a:lnTo>
                    <a:pt x="5320747" y="9746"/>
                  </a:lnTo>
                  <a:lnTo>
                    <a:pt x="5360087" y="36301"/>
                  </a:lnTo>
                  <a:lnTo>
                    <a:pt x="5386643" y="75641"/>
                  </a:lnTo>
                  <a:lnTo>
                    <a:pt x="5394932" y="116548"/>
                  </a:lnTo>
                  <a:lnTo>
                    <a:pt x="5394932" y="1050909"/>
                  </a:lnTo>
                  <a:lnTo>
                    <a:pt x="5386643" y="1091815"/>
                  </a:lnTo>
                  <a:lnTo>
                    <a:pt x="5360087" y="1131155"/>
                  </a:lnTo>
                  <a:lnTo>
                    <a:pt x="5320747" y="1157711"/>
                  </a:lnTo>
                  <a:lnTo>
                    <a:pt x="5272648" y="116745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26709" y="1097340"/>
              <a:ext cx="361949" cy="390524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2922957" y="939623"/>
            <a:ext cx="389064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000"/>
              </a:lnSpc>
              <a:spcBef>
                <a:spcPts val="100"/>
              </a:spcBef>
            </a:pPr>
            <a:r>
              <a:rPr sz="1600" b="1" spc="5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Right-</a:t>
            </a:r>
            <a:r>
              <a:rPr sz="1600" b="1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click</a:t>
            </a:r>
            <a:r>
              <a:rPr sz="1600" b="1" spc="-60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1600" spc="-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1600" spc="-2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6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option</a:t>
            </a:r>
            <a:r>
              <a:rPr sz="1600" spc="-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to</a:t>
            </a:r>
            <a:r>
              <a:rPr sz="1600" spc="-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spc="50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  <a:hlinkClick r:id="rId8"/>
              </a:rPr>
              <a:t>expand</a:t>
            </a:r>
            <a:r>
              <a:rPr sz="1600" b="1" spc="-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spc="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this</a:t>
            </a:r>
            <a:r>
              <a:rPr sz="1600" spc="3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page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into</a:t>
            </a:r>
            <a:r>
              <a:rPr sz="1600" spc="5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a</a:t>
            </a:r>
            <a:r>
              <a:rPr sz="1600" spc="5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600" b="1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  <a:hlinkClick r:id="rId8"/>
              </a:rPr>
              <a:t>whiteboard</a:t>
            </a:r>
            <a:r>
              <a:rPr sz="1600" b="1" spc="75" dirty="0">
                <a:solidFill>
                  <a:srgbClr val="202020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6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for</a:t>
            </a:r>
            <a:r>
              <a:rPr sz="160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more</a:t>
            </a:r>
            <a:r>
              <a:rPr sz="1600" spc="5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 </a:t>
            </a:r>
            <a:r>
              <a:rPr sz="1600" spc="-1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  <a:hlinkClick r:id="rId8"/>
              </a:rPr>
              <a:t>space!</a:t>
            </a:r>
            <a:endParaRPr sz="16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1016000" y="693474"/>
            <a:ext cx="481076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2400" b="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Let's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visualize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our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7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current</a:t>
            </a:r>
            <a:r>
              <a:rPr sz="2400" b="0" spc="-1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114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process </a:t>
            </a:r>
            <a:r>
              <a:rPr sz="2400" b="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2400" b="0" spc="-10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7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build</a:t>
            </a:r>
            <a:r>
              <a:rPr sz="2400" b="0" spc="-10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5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our</a:t>
            </a:r>
            <a:r>
              <a:rPr sz="2400" b="0" spc="-105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6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first</a:t>
            </a:r>
            <a:r>
              <a:rPr sz="2400" b="0" spc="-10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0" spc="-10" dirty="0">
                <a:solidFill>
                  <a:srgbClr val="202020"/>
                </a:solidFill>
                <a:latin typeface="Tahoma" panose="020B0604030504040204"/>
                <a:cs typeface="Tahoma" panose="020B0604030504040204"/>
              </a:rPr>
              <a:t>flowchart.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9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3985021"/>
            <a:ext cx="6032500" cy="395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000"/>
              </a:lnSpc>
              <a:spcBef>
                <a:spcPts val="100"/>
              </a:spcBef>
            </a:pPr>
            <a:r>
              <a:rPr sz="3200" spc="75" dirty="0">
                <a:latin typeface="Tahoma" panose="020B0604030504040204"/>
                <a:cs typeface="Tahoma" panose="020B0604030504040204"/>
              </a:rPr>
              <a:t>Now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95" dirty="0">
                <a:latin typeface="Tahoma" panose="020B0604030504040204"/>
                <a:cs typeface="Tahoma" panose="020B0604030504040204"/>
              </a:rPr>
              <a:t>that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we've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65" dirty="0">
                <a:latin typeface="Tahoma" panose="020B0604030504040204"/>
                <a:cs typeface="Tahoma" panose="020B0604030504040204"/>
              </a:rPr>
              <a:t>mapped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10" dirty="0">
                <a:latin typeface="Tahoma" panose="020B0604030504040204"/>
                <a:cs typeface="Tahoma" panose="020B0604030504040204"/>
              </a:rPr>
              <a:t>out</a:t>
            </a:r>
            <a:r>
              <a:rPr sz="3200" spc="-12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35" dirty="0">
                <a:latin typeface="Tahoma" panose="020B0604030504040204"/>
                <a:cs typeface="Tahoma" panose="020B0604030504040204"/>
              </a:rPr>
              <a:t>our </a:t>
            </a:r>
            <a:r>
              <a:rPr sz="3200" spc="100" dirty="0">
                <a:latin typeface="Tahoma" panose="020B0604030504040204"/>
                <a:cs typeface="Tahoma" panose="020B0604030504040204"/>
              </a:rPr>
              <a:t>processes,</a:t>
            </a:r>
            <a:r>
              <a:rPr sz="3200" spc="-14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5" dirty="0">
                <a:latin typeface="Tahoma" panose="020B0604030504040204"/>
                <a:cs typeface="Tahoma" panose="020B0604030504040204"/>
              </a:rPr>
              <a:t>we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55" dirty="0">
                <a:latin typeface="Tahoma" panose="020B0604030504040204"/>
                <a:cs typeface="Tahoma" panose="020B0604030504040204"/>
              </a:rPr>
              <a:t>just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have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30" dirty="0">
                <a:latin typeface="Tahoma" panose="020B0604030504040204"/>
                <a:cs typeface="Tahoma" panose="020B0604030504040204"/>
              </a:rPr>
              <a:t>to </a:t>
            </a:r>
            <a:r>
              <a:rPr sz="3200" dirty="0">
                <a:latin typeface="Tahoma" panose="020B0604030504040204"/>
                <a:cs typeface="Tahoma" panose="020B0604030504040204"/>
              </a:rPr>
              <a:t>figure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10" dirty="0">
                <a:latin typeface="Tahoma" panose="020B0604030504040204"/>
                <a:cs typeface="Tahoma" panose="020B0604030504040204"/>
              </a:rPr>
              <a:t>out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our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next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steps.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20" dirty="0">
                <a:latin typeface="Tahoma" panose="020B0604030504040204"/>
                <a:cs typeface="Tahoma" panose="020B0604030504040204"/>
              </a:rPr>
              <a:t>And </a:t>
            </a:r>
            <a:r>
              <a:rPr sz="3200" spc="80" dirty="0">
                <a:latin typeface="Tahoma" panose="020B0604030504040204"/>
                <a:cs typeface="Tahoma" panose="020B0604030504040204"/>
              </a:rPr>
              <a:t>then</a:t>
            </a:r>
            <a:r>
              <a:rPr sz="3200" spc="-110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we're</a:t>
            </a:r>
            <a:r>
              <a:rPr sz="3200" spc="-10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-20" dirty="0">
                <a:latin typeface="Tahoma" panose="020B0604030504040204"/>
                <a:cs typeface="Tahoma" panose="020B0604030504040204"/>
              </a:rPr>
              <a:t>done!</a:t>
            </a:r>
            <a:endParaRPr sz="320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3200">
              <a:latin typeface="Tahoma" panose="020B0604030504040204"/>
              <a:cs typeface="Tahoma" panose="020B0604030504040204"/>
            </a:endParaRPr>
          </a:p>
          <a:p>
            <a:pPr marL="12700" marR="673735">
              <a:lnSpc>
                <a:spcPct val="115000"/>
              </a:lnSpc>
            </a:pPr>
            <a:r>
              <a:rPr sz="3200" dirty="0">
                <a:latin typeface="Tahoma" panose="020B0604030504040204"/>
                <a:cs typeface="Tahoma" panose="020B0604030504040204"/>
              </a:rPr>
              <a:t>Thanks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for</a:t>
            </a:r>
            <a:r>
              <a:rPr sz="32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participating,</a:t>
            </a:r>
            <a:r>
              <a:rPr sz="320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and </a:t>
            </a:r>
            <a:r>
              <a:rPr sz="3200" spc="130" dirty="0">
                <a:latin typeface="Tahoma" panose="020B0604030504040204"/>
                <a:cs typeface="Tahoma" panose="020B0604030504040204"/>
              </a:rPr>
              <a:t>see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114" dirty="0">
                <a:latin typeface="Tahoma" panose="020B0604030504040204"/>
                <a:cs typeface="Tahoma" panose="020B0604030504040204"/>
              </a:rPr>
              <a:t>you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dirty="0">
                <a:latin typeface="Tahoma" panose="020B0604030504040204"/>
                <a:cs typeface="Tahoma" panose="020B0604030504040204"/>
              </a:rPr>
              <a:t>in</a:t>
            </a:r>
            <a:r>
              <a:rPr sz="32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60" dirty="0">
                <a:latin typeface="Tahoma" panose="020B0604030504040204"/>
                <a:cs typeface="Tahoma" panose="020B0604030504040204"/>
              </a:rPr>
              <a:t>our</a:t>
            </a:r>
            <a:r>
              <a:rPr sz="3200" spc="-140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75" dirty="0">
                <a:latin typeface="Tahoma" panose="020B0604030504040204"/>
                <a:cs typeface="Tahoma" panose="020B0604030504040204"/>
              </a:rPr>
              <a:t>next</a:t>
            </a:r>
            <a:r>
              <a:rPr sz="3200" spc="-135" dirty="0">
                <a:latin typeface="Tahoma" panose="020B0604030504040204"/>
                <a:cs typeface="Tahoma" panose="020B0604030504040204"/>
              </a:rPr>
              <a:t> </a:t>
            </a:r>
            <a:r>
              <a:rPr sz="3200" spc="-10" dirty="0">
                <a:latin typeface="Tahoma" panose="020B0604030504040204"/>
                <a:cs typeface="Tahoma" panose="020B0604030504040204"/>
              </a:rPr>
              <a:t>meeting!</a:t>
            </a:r>
            <a:endParaRPr sz="32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8699" y="2326001"/>
            <a:ext cx="6264910" cy="1327150"/>
          </a:xfrm>
          <a:custGeom>
            <a:avLst/>
            <a:gdLst/>
            <a:ahLst/>
            <a:cxnLst/>
            <a:rect l="l" t="t" r="r" b="b"/>
            <a:pathLst>
              <a:path w="6264909" h="1327150">
                <a:moveTo>
                  <a:pt x="5603171" y="1326542"/>
                </a:moveTo>
                <a:lnTo>
                  <a:pt x="663271" y="1326542"/>
                </a:lnTo>
                <a:lnTo>
                  <a:pt x="615502" y="1324821"/>
                </a:lnTo>
                <a:lnTo>
                  <a:pt x="568257" y="1319704"/>
                </a:lnTo>
                <a:lnTo>
                  <a:pt x="521704" y="1311260"/>
                </a:lnTo>
                <a:lnTo>
                  <a:pt x="476011" y="1299560"/>
                </a:lnTo>
                <a:lnTo>
                  <a:pt x="431344" y="1284671"/>
                </a:lnTo>
                <a:lnTo>
                  <a:pt x="387871" y="1266664"/>
                </a:lnTo>
                <a:lnTo>
                  <a:pt x="345759" y="1245608"/>
                </a:lnTo>
                <a:lnTo>
                  <a:pt x="305175" y="1221571"/>
                </a:lnTo>
                <a:lnTo>
                  <a:pt x="266287" y="1194624"/>
                </a:lnTo>
                <a:lnTo>
                  <a:pt x="229262" y="1164835"/>
                </a:lnTo>
                <a:lnTo>
                  <a:pt x="194267" y="1132274"/>
                </a:lnTo>
                <a:lnTo>
                  <a:pt x="161706" y="1097279"/>
                </a:lnTo>
                <a:lnTo>
                  <a:pt x="131917" y="1060254"/>
                </a:lnTo>
                <a:lnTo>
                  <a:pt x="104970" y="1021366"/>
                </a:lnTo>
                <a:lnTo>
                  <a:pt x="80934" y="980783"/>
                </a:lnTo>
                <a:lnTo>
                  <a:pt x="59877" y="938670"/>
                </a:lnTo>
                <a:lnTo>
                  <a:pt x="41870" y="895197"/>
                </a:lnTo>
                <a:lnTo>
                  <a:pt x="26981" y="850530"/>
                </a:lnTo>
                <a:lnTo>
                  <a:pt x="15281" y="804837"/>
                </a:lnTo>
                <a:lnTo>
                  <a:pt x="6837" y="758284"/>
                </a:lnTo>
                <a:lnTo>
                  <a:pt x="1721" y="711040"/>
                </a:lnTo>
                <a:lnTo>
                  <a:pt x="0" y="663271"/>
                </a:lnTo>
                <a:lnTo>
                  <a:pt x="1721" y="615502"/>
                </a:lnTo>
                <a:lnTo>
                  <a:pt x="6837" y="568257"/>
                </a:lnTo>
                <a:lnTo>
                  <a:pt x="15281" y="521704"/>
                </a:lnTo>
                <a:lnTo>
                  <a:pt x="26981" y="476011"/>
                </a:lnTo>
                <a:lnTo>
                  <a:pt x="41870" y="431344"/>
                </a:lnTo>
                <a:lnTo>
                  <a:pt x="59877" y="387871"/>
                </a:lnTo>
                <a:lnTo>
                  <a:pt x="80934" y="345759"/>
                </a:lnTo>
                <a:lnTo>
                  <a:pt x="104970" y="305175"/>
                </a:lnTo>
                <a:lnTo>
                  <a:pt x="131917" y="266287"/>
                </a:lnTo>
                <a:lnTo>
                  <a:pt x="161706" y="229262"/>
                </a:lnTo>
                <a:lnTo>
                  <a:pt x="194267" y="194267"/>
                </a:lnTo>
                <a:lnTo>
                  <a:pt x="229262" y="161706"/>
                </a:lnTo>
                <a:lnTo>
                  <a:pt x="266287" y="131918"/>
                </a:lnTo>
                <a:lnTo>
                  <a:pt x="305175" y="104970"/>
                </a:lnTo>
                <a:lnTo>
                  <a:pt x="345759" y="80934"/>
                </a:lnTo>
                <a:lnTo>
                  <a:pt x="387871" y="59877"/>
                </a:lnTo>
                <a:lnTo>
                  <a:pt x="431344" y="41870"/>
                </a:lnTo>
                <a:lnTo>
                  <a:pt x="476011" y="26981"/>
                </a:lnTo>
                <a:lnTo>
                  <a:pt x="521704" y="15281"/>
                </a:lnTo>
                <a:lnTo>
                  <a:pt x="568257" y="6837"/>
                </a:lnTo>
                <a:lnTo>
                  <a:pt x="615502" y="1721"/>
                </a:lnTo>
                <a:lnTo>
                  <a:pt x="663271" y="0"/>
                </a:lnTo>
                <a:lnTo>
                  <a:pt x="5603171" y="0"/>
                </a:lnTo>
                <a:lnTo>
                  <a:pt x="5650940" y="1721"/>
                </a:lnTo>
                <a:lnTo>
                  <a:pt x="5698185" y="6837"/>
                </a:lnTo>
                <a:lnTo>
                  <a:pt x="5744737" y="15281"/>
                </a:lnTo>
                <a:lnTo>
                  <a:pt x="5790431" y="26981"/>
                </a:lnTo>
                <a:lnTo>
                  <a:pt x="5835098" y="41870"/>
                </a:lnTo>
                <a:lnTo>
                  <a:pt x="5878571" y="59877"/>
                </a:lnTo>
                <a:lnTo>
                  <a:pt x="5920683" y="80934"/>
                </a:lnTo>
                <a:lnTo>
                  <a:pt x="5961267" y="104970"/>
                </a:lnTo>
                <a:lnTo>
                  <a:pt x="6000155" y="131918"/>
                </a:lnTo>
                <a:lnTo>
                  <a:pt x="6037180" y="161706"/>
                </a:lnTo>
                <a:lnTo>
                  <a:pt x="6072175" y="194267"/>
                </a:lnTo>
                <a:lnTo>
                  <a:pt x="6104736" y="229262"/>
                </a:lnTo>
                <a:lnTo>
                  <a:pt x="6134525" y="266287"/>
                </a:lnTo>
                <a:lnTo>
                  <a:pt x="6161472" y="305175"/>
                </a:lnTo>
                <a:lnTo>
                  <a:pt x="6185508" y="345759"/>
                </a:lnTo>
                <a:lnTo>
                  <a:pt x="6206565" y="387871"/>
                </a:lnTo>
                <a:lnTo>
                  <a:pt x="6224572" y="431344"/>
                </a:lnTo>
                <a:lnTo>
                  <a:pt x="6239461" y="476011"/>
                </a:lnTo>
                <a:lnTo>
                  <a:pt x="6251161" y="521704"/>
                </a:lnTo>
                <a:lnTo>
                  <a:pt x="6259605" y="568257"/>
                </a:lnTo>
                <a:lnTo>
                  <a:pt x="6264802" y="615502"/>
                </a:lnTo>
                <a:lnTo>
                  <a:pt x="6264802" y="711040"/>
                </a:lnTo>
                <a:lnTo>
                  <a:pt x="6259605" y="758284"/>
                </a:lnTo>
                <a:lnTo>
                  <a:pt x="6251161" y="804837"/>
                </a:lnTo>
                <a:lnTo>
                  <a:pt x="6239461" y="850530"/>
                </a:lnTo>
                <a:lnTo>
                  <a:pt x="6224572" y="895197"/>
                </a:lnTo>
                <a:lnTo>
                  <a:pt x="6206565" y="938670"/>
                </a:lnTo>
                <a:lnTo>
                  <a:pt x="6185508" y="980783"/>
                </a:lnTo>
                <a:lnTo>
                  <a:pt x="6161472" y="1021366"/>
                </a:lnTo>
                <a:lnTo>
                  <a:pt x="6134525" y="1060254"/>
                </a:lnTo>
                <a:lnTo>
                  <a:pt x="6104736" y="1097279"/>
                </a:lnTo>
                <a:lnTo>
                  <a:pt x="6072175" y="1132274"/>
                </a:lnTo>
                <a:lnTo>
                  <a:pt x="6037180" y="1164835"/>
                </a:lnTo>
                <a:lnTo>
                  <a:pt x="6000155" y="1194624"/>
                </a:lnTo>
                <a:lnTo>
                  <a:pt x="5961267" y="1221571"/>
                </a:lnTo>
                <a:lnTo>
                  <a:pt x="5920683" y="1245608"/>
                </a:lnTo>
                <a:lnTo>
                  <a:pt x="5878571" y="1266664"/>
                </a:lnTo>
                <a:lnTo>
                  <a:pt x="5835098" y="1284671"/>
                </a:lnTo>
                <a:lnTo>
                  <a:pt x="5790431" y="1299560"/>
                </a:lnTo>
                <a:lnTo>
                  <a:pt x="5744737" y="1311260"/>
                </a:lnTo>
                <a:lnTo>
                  <a:pt x="5698185" y="1319704"/>
                </a:lnTo>
                <a:lnTo>
                  <a:pt x="5650940" y="1324821"/>
                </a:lnTo>
                <a:lnTo>
                  <a:pt x="5603171" y="1326542"/>
                </a:lnTo>
                <a:close/>
              </a:path>
            </a:pathLst>
          </a:custGeom>
          <a:solidFill>
            <a:srgbClr val="3AB8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Before</a:t>
            </a:r>
            <a:r>
              <a:rPr spc="-400" dirty="0"/>
              <a:t> </a:t>
            </a:r>
            <a:r>
              <a:rPr spc="120" dirty="0"/>
              <a:t>we</a:t>
            </a:r>
            <a:r>
              <a:rPr spc="-395" dirty="0"/>
              <a:t> </a:t>
            </a:r>
            <a:r>
              <a:rPr spc="290" dirty="0"/>
              <a:t>go</a:t>
            </a:r>
            <a:endParaRPr spc="290" dirty="0"/>
          </a:p>
        </p:txBody>
      </p:sp>
      <p:grpSp>
        <p:nvGrpSpPr>
          <p:cNvPr id="5" name="object 5"/>
          <p:cNvGrpSpPr/>
          <p:nvPr/>
        </p:nvGrpSpPr>
        <p:grpSpPr>
          <a:xfrm>
            <a:off x="9960767" y="2096392"/>
            <a:ext cx="7282180" cy="6094730"/>
            <a:chOff x="9960767" y="2096392"/>
            <a:chExt cx="7282180" cy="6094730"/>
          </a:xfrm>
        </p:grpSpPr>
        <p:sp>
          <p:nvSpPr>
            <p:cNvPr id="6" name="object 6"/>
            <p:cNvSpPr/>
            <p:nvPr/>
          </p:nvSpPr>
          <p:spPr>
            <a:xfrm>
              <a:off x="12386467" y="2096392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89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34A1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812167" y="2096392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89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FFB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960767" y="8169176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79" h="21590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386467" y="8169176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90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BEE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812167" y="8169176"/>
              <a:ext cx="2430780" cy="21590"/>
            </a:xfrm>
            <a:custGeom>
              <a:avLst/>
              <a:gdLst/>
              <a:ahLst/>
              <a:cxnLst/>
              <a:rect l="l" t="t" r="r" b="b"/>
              <a:pathLst>
                <a:path w="2430780" h="21590">
                  <a:moveTo>
                    <a:pt x="0" y="21431"/>
                  </a:moveTo>
                  <a:lnTo>
                    <a:pt x="2430462" y="21431"/>
                  </a:lnTo>
                  <a:lnTo>
                    <a:pt x="2430462" y="0"/>
                  </a:lnTo>
                  <a:lnTo>
                    <a:pt x="0" y="0"/>
                  </a:lnTo>
                  <a:lnTo>
                    <a:pt x="0" y="21431"/>
                  </a:lnTo>
                  <a:close/>
                </a:path>
              </a:pathLst>
            </a:custGeom>
            <a:solidFill>
              <a:srgbClr val="FFF5C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2810925" y="2383615"/>
            <a:ext cx="1581785" cy="165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200" b="1" spc="6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Action</a:t>
            </a:r>
            <a:r>
              <a:rPr sz="2200" b="1" spc="-114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spc="3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Item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32715" marR="4445" indent="-120650">
              <a:lnSpc>
                <a:spcPct val="115000"/>
              </a:lnSpc>
              <a:spcBef>
                <a:spcPts val="5"/>
              </a:spcBef>
            </a:pPr>
            <a:r>
              <a:rPr sz="1800" dirty="0">
                <a:latin typeface="Tahoma" panose="020B0604030504040204"/>
                <a:cs typeface="Tahoma" panose="020B0604030504040204"/>
              </a:rPr>
              <a:t>Turn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them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into </a:t>
            </a:r>
            <a:r>
              <a:rPr sz="1800" spc="70" dirty="0">
                <a:latin typeface="Tahoma" panose="020B0604030504040204"/>
                <a:cs typeface="Tahoma" panose="020B0604030504040204"/>
              </a:rPr>
              <a:t>action</a:t>
            </a:r>
            <a:r>
              <a:rPr sz="18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latin typeface="Tahoma" panose="020B0604030504040204"/>
                <a:cs typeface="Tahoma" panose="020B0604030504040204"/>
              </a:rPr>
              <a:t>items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139739" y="2383615"/>
            <a:ext cx="1775460" cy="1652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830">
              <a:lnSpc>
                <a:spcPts val="2620"/>
              </a:lnSpc>
            </a:pPr>
            <a:r>
              <a:rPr sz="2200" b="1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Point</a:t>
            </a:r>
            <a:r>
              <a:rPr sz="2200" b="1" spc="-5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Person</a:t>
            </a: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200">
              <a:latin typeface="Trebuchet MS" panose="020B0603020202020204"/>
              <a:cs typeface="Trebuchet MS" panose="020B0603020202020204"/>
            </a:endParaRPr>
          </a:p>
          <a:p>
            <a:pPr marL="135255" indent="-135890">
              <a:lnSpc>
                <a:spcPct val="115000"/>
              </a:lnSpc>
              <a:spcBef>
                <a:spcPts val="5"/>
              </a:spcBef>
            </a:pPr>
            <a:r>
              <a:rPr sz="1800" spc="55" dirty="0">
                <a:latin typeface="Tahoma" panose="020B0604030504040204"/>
                <a:cs typeface="Tahoma" panose="020B0604030504040204"/>
              </a:rPr>
              <a:t>Assign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them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90" dirty="0">
                <a:latin typeface="Tahoma" panose="020B0604030504040204"/>
                <a:cs typeface="Tahoma" panose="020B0604030504040204"/>
              </a:rPr>
              <a:t>to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50" dirty="0">
                <a:latin typeface="Tahoma" panose="020B0604030504040204"/>
                <a:cs typeface="Tahoma" panose="020B0604030504040204"/>
              </a:rPr>
              <a:t>a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team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0" dirty="0">
                <a:latin typeface="Tahoma" panose="020B0604030504040204"/>
                <a:cs typeface="Tahoma" panose="020B0604030504040204"/>
              </a:rPr>
              <a:t>member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08269" y="3424384"/>
            <a:ext cx="1935480" cy="427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45"/>
              </a:lnSpc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65" dirty="0">
                <a:latin typeface="Tahoma" panose="020B0604030504040204"/>
                <a:cs typeface="Tahoma" panose="020B0604030504040204"/>
              </a:rPr>
              <a:t>ideas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0" dirty="0">
                <a:latin typeface="Tahoma" panose="020B0604030504040204"/>
                <a:cs typeface="Tahoma" panose="020B0604030504040204"/>
              </a:rPr>
              <a:t>from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1800" spc="60" dirty="0">
                <a:latin typeface="Tahoma" panose="020B0604030504040204"/>
                <a:cs typeface="Tahoma" panose="020B0604030504040204"/>
              </a:rPr>
              <a:t>the</a:t>
            </a:r>
            <a:r>
              <a:rPr sz="1800" spc="-7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flowchart</a:t>
            </a:r>
            <a:r>
              <a:rPr sz="18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20" dirty="0">
                <a:latin typeface="Tahoma" panose="020B0604030504040204"/>
                <a:cs typeface="Tahoma" panose="020B0604030504040204"/>
              </a:rPr>
              <a:t>here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277495" marR="269875" algn="just">
              <a:lnSpc>
                <a:spcPts val="9940"/>
              </a:lnSpc>
              <a:spcBef>
                <a:spcPts val="48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100" dirty="0">
                <a:latin typeface="Tahoma" panose="020B0604030504040204"/>
                <a:cs typeface="Tahoma" panose="020B0604030504040204"/>
              </a:rPr>
              <a:t>top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idea </a:t>
            </a: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100" dirty="0">
                <a:latin typeface="Tahoma" panose="020B0604030504040204"/>
                <a:cs typeface="Tahoma" panose="020B0604030504040204"/>
              </a:rPr>
              <a:t>top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idea </a:t>
            </a: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85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100" dirty="0">
                <a:latin typeface="Tahoma" panose="020B0604030504040204"/>
                <a:cs typeface="Tahoma" panose="020B0604030504040204"/>
              </a:rPr>
              <a:t>top</a:t>
            </a:r>
            <a:r>
              <a:rPr sz="180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35" dirty="0">
                <a:latin typeface="Tahoma" panose="020B0604030504040204"/>
                <a:cs typeface="Tahoma" panose="020B0604030504040204"/>
              </a:rPr>
              <a:t>idea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746198" y="2079723"/>
            <a:ext cx="7532370" cy="6127750"/>
            <a:chOff x="9746198" y="2079723"/>
            <a:chExt cx="7532370" cy="6127750"/>
          </a:xfrm>
        </p:grpSpPr>
        <p:sp>
          <p:nvSpPr>
            <p:cNvPr id="15" name="object 15"/>
            <p:cNvSpPr/>
            <p:nvPr/>
          </p:nvSpPr>
          <p:spPr>
            <a:xfrm>
              <a:off x="9963137" y="2117826"/>
              <a:ext cx="7277100" cy="6051550"/>
            </a:xfrm>
            <a:custGeom>
              <a:avLst/>
              <a:gdLst/>
              <a:ahLst/>
              <a:cxnLst/>
              <a:rect l="l" t="t" r="r" b="b"/>
              <a:pathLst>
                <a:path w="7277100" h="6051550">
                  <a:moveTo>
                    <a:pt x="7277100" y="0"/>
                  </a:moveTo>
                  <a:lnTo>
                    <a:pt x="4851400" y="0"/>
                  </a:lnTo>
                  <a:lnTo>
                    <a:pt x="2425700" y="0"/>
                  </a:lnTo>
                  <a:lnTo>
                    <a:pt x="0" y="0"/>
                  </a:lnTo>
                  <a:lnTo>
                    <a:pt x="0" y="6051359"/>
                  </a:lnTo>
                  <a:lnTo>
                    <a:pt x="2425700" y="6051359"/>
                  </a:lnTo>
                  <a:lnTo>
                    <a:pt x="4851400" y="6051359"/>
                  </a:lnTo>
                  <a:lnTo>
                    <a:pt x="7277100" y="6051359"/>
                  </a:lnTo>
                  <a:lnTo>
                    <a:pt x="7277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9944099" y="2098773"/>
              <a:ext cx="7315200" cy="6089650"/>
            </a:xfrm>
            <a:custGeom>
              <a:avLst/>
              <a:gdLst/>
              <a:ahLst/>
              <a:cxnLst/>
              <a:rect l="l" t="t" r="r" b="b"/>
              <a:pathLst>
                <a:path w="7315200" h="6089650">
                  <a:moveTo>
                    <a:pt x="19049" y="19049"/>
                  </a:moveTo>
                  <a:lnTo>
                    <a:pt x="19049" y="6070402"/>
                  </a:lnTo>
                </a:path>
                <a:path w="7315200" h="6089650">
                  <a:moveTo>
                    <a:pt x="2444749" y="19049"/>
                  </a:moveTo>
                  <a:lnTo>
                    <a:pt x="2444749" y="6070402"/>
                  </a:lnTo>
                </a:path>
                <a:path w="7315200" h="6089650">
                  <a:moveTo>
                    <a:pt x="4870449" y="19049"/>
                  </a:moveTo>
                  <a:lnTo>
                    <a:pt x="4870449" y="6070402"/>
                  </a:lnTo>
                </a:path>
                <a:path w="7315200" h="6089650">
                  <a:moveTo>
                    <a:pt x="7296149" y="19049"/>
                  </a:moveTo>
                  <a:lnTo>
                    <a:pt x="7296149" y="6070402"/>
                  </a:lnTo>
                </a:path>
                <a:path w="7315200" h="6089650">
                  <a:moveTo>
                    <a:pt x="0" y="0"/>
                  </a:moveTo>
                  <a:lnTo>
                    <a:pt x="7315199" y="0"/>
                  </a:lnTo>
                </a:path>
                <a:path w="7315200" h="6089650">
                  <a:moveTo>
                    <a:pt x="0" y="971356"/>
                  </a:moveTo>
                  <a:lnTo>
                    <a:pt x="7315199" y="971356"/>
                  </a:lnTo>
                </a:path>
                <a:path w="7315200" h="6089650">
                  <a:moveTo>
                    <a:pt x="0" y="2303948"/>
                  </a:moveTo>
                  <a:lnTo>
                    <a:pt x="7315199" y="2303948"/>
                  </a:lnTo>
                </a:path>
                <a:path w="7315200" h="6089650">
                  <a:moveTo>
                    <a:pt x="0" y="3565782"/>
                  </a:moveTo>
                  <a:lnTo>
                    <a:pt x="7315199" y="3565782"/>
                  </a:lnTo>
                </a:path>
                <a:path w="7315200" h="6089650">
                  <a:moveTo>
                    <a:pt x="0" y="4827617"/>
                  </a:moveTo>
                  <a:lnTo>
                    <a:pt x="7315199" y="4827617"/>
                  </a:lnTo>
                </a:path>
                <a:path w="7315200" h="6089650">
                  <a:moveTo>
                    <a:pt x="0" y="6089452"/>
                  </a:moveTo>
                  <a:lnTo>
                    <a:pt x="7315199" y="6089452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9746198" y="3162411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40" h="393700">
                  <a:moveTo>
                    <a:pt x="197900" y="393254"/>
                  </a:moveTo>
                  <a:lnTo>
                    <a:pt x="152523" y="388061"/>
                  </a:lnTo>
                  <a:lnTo>
                    <a:pt x="110868" y="373268"/>
                  </a:lnTo>
                  <a:lnTo>
                    <a:pt x="74123" y="350057"/>
                  </a:lnTo>
                  <a:lnTo>
                    <a:pt x="43476" y="319607"/>
                  </a:lnTo>
                  <a:lnTo>
                    <a:pt x="20114" y="283098"/>
                  </a:lnTo>
                  <a:lnTo>
                    <a:pt x="5226" y="241711"/>
                  </a:lnTo>
                  <a:lnTo>
                    <a:pt x="0" y="196626"/>
                  </a:lnTo>
                  <a:lnTo>
                    <a:pt x="5226" y="151542"/>
                  </a:lnTo>
                  <a:lnTo>
                    <a:pt x="20114" y="110155"/>
                  </a:lnTo>
                  <a:lnTo>
                    <a:pt x="43476" y="73646"/>
                  </a:lnTo>
                  <a:lnTo>
                    <a:pt x="74123" y="43196"/>
                  </a:lnTo>
                  <a:lnTo>
                    <a:pt x="110868" y="19985"/>
                  </a:lnTo>
                  <a:lnTo>
                    <a:pt x="152523" y="5193"/>
                  </a:lnTo>
                  <a:lnTo>
                    <a:pt x="197900" y="0"/>
                  </a:lnTo>
                  <a:lnTo>
                    <a:pt x="243277" y="5193"/>
                  </a:lnTo>
                  <a:lnTo>
                    <a:pt x="284931" y="19985"/>
                  </a:lnTo>
                  <a:lnTo>
                    <a:pt x="321676" y="43196"/>
                  </a:lnTo>
                  <a:lnTo>
                    <a:pt x="352323" y="73646"/>
                  </a:lnTo>
                  <a:lnTo>
                    <a:pt x="375685" y="110155"/>
                  </a:lnTo>
                  <a:lnTo>
                    <a:pt x="390573" y="151542"/>
                  </a:lnTo>
                  <a:lnTo>
                    <a:pt x="395800" y="196626"/>
                  </a:lnTo>
                  <a:lnTo>
                    <a:pt x="390573" y="241711"/>
                  </a:lnTo>
                  <a:lnTo>
                    <a:pt x="375685" y="283098"/>
                  </a:lnTo>
                  <a:lnTo>
                    <a:pt x="352323" y="319607"/>
                  </a:lnTo>
                  <a:lnTo>
                    <a:pt x="321676" y="350057"/>
                  </a:lnTo>
                  <a:lnTo>
                    <a:pt x="284931" y="373268"/>
                  </a:lnTo>
                  <a:lnTo>
                    <a:pt x="243277" y="388061"/>
                  </a:lnTo>
                  <a:lnTo>
                    <a:pt x="197900" y="393254"/>
                  </a:lnTo>
                  <a:close/>
                </a:path>
              </a:pathLst>
            </a:custGeom>
            <a:solidFill>
              <a:srgbClr val="3AB8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9896219" y="3203717"/>
            <a:ext cx="958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44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1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237280" y="3162411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900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900" y="0"/>
                </a:lnTo>
                <a:lnTo>
                  <a:pt x="243276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4" y="73646"/>
                </a:lnTo>
                <a:lnTo>
                  <a:pt x="375685" y="110155"/>
                </a:lnTo>
                <a:lnTo>
                  <a:pt x="390574" y="151542"/>
                </a:lnTo>
                <a:lnTo>
                  <a:pt x="395800" y="196626"/>
                </a:lnTo>
                <a:lnTo>
                  <a:pt x="390574" y="241711"/>
                </a:lnTo>
                <a:lnTo>
                  <a:pt x="375685" y="283098"/>
                </a:lnTo>
                <a:lnTo>
                  <a:pt x="352324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6" y="388061"/>
                </a:lnTo>
                <a:lnTo>
                  <a:pt x="197900" y="393254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364232" y="3203717"/>
            <a:ext cx="14160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2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4597673" y="3162411"/>
            <a:ext cx="396240" cy="393700"/>
          </a:xfrm>
          <a:custGeom>
            <a:avLst/>
            <a:gdLst/>
            <a:ahLst/>
            <a:cxnLst/>
            <a:rect l="l" t="t" r="r" b="b"/>
            <a:pathLst>
              <a:path w="396240" h="393700">
                <a:moveTo>
                  <a:pt x="197899" y="393254"/>
                </a:moveTo>
                <a:lnTo>
                  <a:pt x="152523" y="388061"/>
                </a:lnTo>
                <a:lnTo>
                  <a:pt x="110868" y="373268"/>
                </a:lnTo>
                <a:lnTo>
                  <a:pt x="74123" y="350057"/>
                </a:lnTo>
                <a:lnTo>
                  <a:pt x="43476" y="319607"/>
                </a:lnTo>
                <a:lnTo>
                  <a:pt x="20114" y="283098"/>
                </a:lnTo>
                <a:lnTo>
                  <a:pt x="5226" y="241711"/>
                </a:lnTo>
                <a:lnTo>
                  <a:pt x="0" y="196626"/>
                </a:lnTo>
                <a:lnTo>
                  <a:pt x="5226" y="151542"/>
                </a:lnTo>
                <a:lnTo>
                  <a:pt x="20114" y="110155"/>
                </a:lnTo>
                <a:lnTo>
                  <a:pt x="43476" y="73646"/>
                </a:lnTo>
                <a:lnTo>
                  <a:pt x="74123" y="43196"/>
                </a:lnTo>
                <a:lnTo>
                  <a:pt x="110868" y="19985"/>
                </a:lnTo>
                <a:lnTo>
                  <a:pt x="152523" y="5193"/>
                </a:lnTo>
                <a:lnTo>
                  <a:pt x="197899" y="0"/>
                </a:lnTo>
                <a:lnTo>
                  <a:pt x="243276" y="5193"/>
                </a:lnTo>
                <a:lnTo>
                  <a:pt x="284931" y="19985"/>
                </a:lnTo>
                <a:lnTo>
                  <a:pt x="321676" y="43196"/>
                </a:lnTo>
                <a:lnTo>
                  <a:pt x="352324" y="73646"/>
                </a:lnTo>
                <a:lnTo>
                  <a:pt x="375685" y="110155"/>
                </a:lnTo>
                <a:lnTo>
                  <a:pt x="390574" y="151542"/>
                </a:lnTo>
                <a:lnTo>
                  <a:pt x="395800" y="196626"/>
                </a:lnTo>
                <a:lnTo>
                  <a:pt x="390574" y="241711"/>
                </a:lnTo>
                <a:lnTo>
                  <a:pt x="375685" y="283098"/>
                </a:lnTo>
                <a:lnTo>
                  <a:pt x="352324" y="319607"/>
                </a:lnTo>
                <a:lnTo>
                  <a:pt x="321676" y="350057"/>
                </a:lnTo>
                <a:lnTo>
                  <a:pt x="284931" y="373268"/>
                </a:lnTo>
                <a:lnTo>
                  <a:pt x="243276" y="388061"/>
                </a:lnTo>
                <a:lnTo>
                  <a:pt x="197899" y="393254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4722095" y="3203717"/>
            <a:ext cx="14668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3</a:t>
            </a:r>
            <a:endParaRPr sz="16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28819" y="9307450"/>
            <a:ext cx="360045" cy="170180"/>
          </a:xfrm>
          <a:custGeom>
            <a:avLst/>
            <a:gdLst/>
            <a:ahLst/>
            <a:cxnLst/>
            <a:rect l="l" t="t" r="r" b="b"/>
            <a:pathLst>
              <a:path w="360044" h="170179">
                <a:moveTo>
                  <a:pt x="89029" y="170110"/>
                </a:moveTo>
                <a:lnTo>
                  <a:pt x="80921" y="170110"/>
                </a:lnTo>
                <a:lnTo>
                  <a:pt x="0" y="89188"/>
                </a:lnTo>
                <a:lnTo>
                  <a:pt x="0" y="81080"/>
                </a:lnTo>
                <a:lnTo>
                  <a:pt x="76152" y="4928"/>
                </a:lnTo>
                <a:lnTo>
                  <a:pt x="81080" y="0"/>
                </a:lnTo>
                <a:lnTo>
                  <a:pt x="89188" y="0"/>
                </a:lnTo>
                <a:lnTo>
                  <a:pt x="94117" y="4769"/>
                </a:lnTo>
                <a:lnTo>
                  <a:pt x="96501" y="7313"/>
                </a:lnTo>
                <a:lnTo>
                  <a:pt x="97773" y="10492"/>
                </a:lnTo>
                <a:lnTo>
                  <a:pt x="97773" y="17170"/>
                </a:lnTo>
                <a:lnTo>
                  <a:pt x="96660" y="20349"/>
                </a:lnTo>
                <a:lnTo>
                  <a:pt x="44673" y="72336"/>
                </a:lnTo>
                <a:lnTo>
                  <a:pt x="354052" y="72336"/>
                </a:lnTo>
                <a:lnTo>
                  <a:pt x="359775" y="78060"/>
                </a:lnTo>
                <a:lnTo>
                  <a:pt x="359775" y="92050"/>
                </a:lnTo>
                <a:lnTo>
                  <a:pt x="354052" y="97773"/>
                </a:lnTo>
                <a:lnTo>
                  <a:pt x="44673" y="97773"/>
                </a:lnTo>
                <a:lnTo>
                  <a:pt x="98886" y="152145"/>
                </a:lnTo>
                <a:lnTo>
                  <a:pt x="98886" y="160253"/>
                </a:lnTo>
                <a:lnTo>
                  <a:pt x="89029" y="170110"/>
                </a:lnTo>
                <a:close/>
              </a:path>
            </a:pathLst>
          </a:custGeom>
          <a:solidFill>
            <a:srgbClr val="3AB8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558924" y="9224568"/>
            <a:ext cx="2688590" cy="323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800" b="1" u="heavy" spc="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BACK</a:t>
            </a:r>
            <a:r>
              <a:rPr sz="1800" b="1" u="heavy" spc="-11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TO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100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AGENDA</a:t>
            </a:r>
            <a:r>
              <a:rPr sz="1800" b="1" u="heavy" spc="-10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 </a:t>
            </a:r>
            <a:r>
              <a:rPr sz="1800" b="1" u="heavy" spc="55" dirty="0">
                <a:solidFill>
                  <a:srgbClr val="F4582E"/>
                </a:solidFill>
                <a:uFill>
                  <a:solidFill>
                    <a:srgbClr val="F4582E"/>
                  </a:solidFill>
                </a:uFill>
                <a:latin typeface="Trebuchet MS" panose="020B0603020202020204"/>
                <a:cs typeface="Trebuchet MS" panose="020B0603020202020204"/>
                <a:hlinkClick r:id="rId1" action="ppaction://hlinksldjump"/>
              </a:rPr>
              <a:t>PAGE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898792"/>
            <a:ext cx="5786120" cy="1109980"/>
          </a:xfrm>
          <a:custGeom>
            <a:avLst/>
            <a:gdLst/>
            <a:ahLst/>
            <a:cxnLst/>
            <a:rect l="l" t="t" r="r" b="b"/>
            <a:pathLst>
              <a:path w="5786120" h="1109980">
                <a:moveTo>
                  <a:pt x="5230927" y="1109766"/>
                </a:moveTo>
                <a:lnTo>
                  <a:pt x="554882" y="1109766"/>
                </a:lnTo>
                <a:lnTo>
                  <a:pt x="506094" y="1107618"/>
                </a:lnTo>
                <a:lnTo>
                  <a:pt x="458007" y="1101246"/>
                </a:lnTo>
                <a:lnTo>
                  <a:pt x="410877" y="1090755"/>
                </a:lnTo>
                <a:lnTo>
                  <a:pt x="364961" y="1076251"/>
                </a:lnTo>
                <a:lnTo>
                  <a:pt x="320514" y="1057840"/>
                </a:lnTo>
                <a:lnTo>
                  <a:pt x="277790" y="1035628"/>
                </a:lnTo>
                <a:lnTo>
                  <a:pt x="237047" y="1009721"/>
                </a:lnTo>
                <a:lnTo>
                  <a:pt x="198538" y="980224"/>
                </a:lnTo>
                <a:lnTo>
                  <a:pt x="162521" y="947244"/>
                </a:lnTo>
                <a:lnTo>
                  <a:pt x="129541" y="911227"/>
                </a:lnTo>
                <a:lnTo>
                  <a:pt x="100044" y="872718"/>
                </a:lnTo>
                <a:lnTo>
                  <a:pt x="74137" y="831975"/>
                </a:lnTo>
                <a:lnTo>
                  <a:pt x="51925" y="789251"/>
                </a:lnTo>
                <a:lnTo>
                  <a:pt x="33514" y="744804"/>
                </a:lnTo>
                <a:lnTo>
                  <a:pt x="19010" y="698888"/>
                </a:lnTo>
                <a:lnTo>
                  <a:pt x="8519" y="651758"/>
                </a:lnTo>
                <a:lnTo>
                  <a:pt x="2147" y="603671"/>
                </a:lnTo>
                <a:lnTo>
                  <a:pt x="0" y="554883"/>
                </a:lnTo>
                <a:lnTo>
                  <a:pt x="2147" y="506094"/>
                </a:lnTo>
                <a:lnTo>
                  <a:pt x="8519" y="458007"/>
                </a:lnTo>
                <a:lnTo>
                  <a:pt x="19010" y="410877"/>
                </a:lnTo>
                <a:lnTo>
                  <a:pt x="33514" y="364961"/>
                </a:lnTo>
                <a:lnTo>
                  <a:pt x="51925" y="320514"/>
                </a:lnTo>
                <a:lnTo>
                  <a:pt x="74137" y="277790"/>
                </a:lnTo>
                <a:lnTo>
                  <a:pt x="100044" y="237047"/>
                </a:lnTo>
                <a:lnTo>
                  <a:pt x="129541" y="198539"/>
                </a:lnTo>
                <a:lnTo>
                  <a:pt x="162521" y="162521"/>
                </a:lnTo>
                <a:lnTo>
                  <a:pt x="198538" y="129541"/>
                </a:lnTo>
                <a:lnTo>
                  <a:pt x="237047" y="100044"/>
                </a:lnTo>
                <a:lnTo>
                  <a:pt x="277790" y="74137"/>
                </a:lnTo>
                <a:lnTo>
                  <a:pt x="320514" y="51925"/>
                </a:lnTo>
                <a:lnTo>
                  <a:pt x="364961" y="33514"/>
                </a:lnTo>
                <a:lnTo>
                  <a:pt x="410877" y="19010"/>
                </a:lnTo>
                <a:lnTo>
                  <a:pt x="458007" y="8519"/>
                </a:lnTo>
                <a:lnTo>
                  <a:pt x="506094" y="2147"/>
                </a:lnTo>
                <a:lnTo>
                  <a:pt x="554882" y="0"/>
                </a:lnTo>
                <a:lnTo>
                  <a:pt x="5230927" y="0"/>
                </a:lnTo>
                <a:lnTo>
                  <a:pt x="5279716" y="2147"/>
                </a:lnTo>
                <a:lnTo>
                  <a:pt x="5327803" y="8519"/>
                </a:lnTo>
                <a:lnTo>
                  <a:pt x="5374932" y="19010"/>
                </a:lnTo>
                <a:lnTo>
                  <a:pt x="5420848" y="33514"/>
                </a:lnTo>
                <a:lnTo>
                  <a:pt x="5465296" y="51925"/>
                </a:lnTo>
                <a:lnTo>
                  <a:pt x="5508019" y="74137"/>
                </a:lnTo>
                <a:lnTo>
                  <a:pt x="5548763" y="100044"/>
                </a:lnTo>
                <a:lnTo>
                  <a:pt x="5587271" y="129541"/>
                </a:lnTo>
                <a:lnTo>
                  <a:pt x="5623289" y="162521"/>
                </a:lnTo>
                <a:lnTo>
                  <a:pt x="5656269" y="198539"/>
                </a:lnTo>
                <a:lnTo>
                  <a:pt x="5685766" y="237047"/>
                </a:lnTo>
                <a:lnTo>
                  <a:pt x="5711673" y="277790"/>
                </a:lnTo>
                <a:lnTo>
                  <a:pt x="5733885" y="320514"/>
                </a:lnTo>
                <a:lnTo>
                  <a:pt x="5752296" y="364961"/>
                </a:lnTo>
                <a:lnTo>
                  <a:pt x="5766800" y="410877"/>
                </a:lnTo>
                <a:lnTo>
                  <a:pt x="5777291" y="458007"/>
                </a:lnTo>
                <a:lnTo>
                  <a:pt x="5783663" y="506094"/>
                </a:lnTo>
                <a:lnTo>
                  <a:pt x="5785810" y="554883"/>
                </a:lnTo>
                <a:lnTo>
                  <a:pt x="5783663" y="603671"/>
                </a:lnTo>
                <a:lnTo>
                  <a:pt x="5777291" y="651758"/>
                </a:lnTo>
                <a:lnTo>
                  <a:pt x="5766800" y="698888"/>
                </a:lnTo>
                <a:lnTo>
                  <a:pt x="5752296" y="744804"/>
                </a:lnTo>
                <a:lnTo>
                  <a:pt x="5733885" y="789251"/>
                </a:lnTo>
                <a:lnTo>
                  <a:pt x="5711673" y="831975"/>
                </a:lnTo>
                <a:lnTo>
                  <a:pt x="5685766" y="872718"/>
                </a:lnTo>
                <a:lnTo>
                  <a:pt x="5656269" y="911227"/>
                </a:lnTo>
                <a:lnTo>
                  <a:pt x="5623289" y="947244"/>
                </a:lnTo>
                <a:lnTo>
                  <a:pt x="5587271" y="980224"/>
                </a:lnTo>
                <a:lnTo>
                  <a:pt x="5548763" y="1009721"/>
                </a:lnTo>
                <a:lnTo>
                  <a:pt x="5508019" y="1035628"/>
                </a:lnTo>
                <a:lnTo>
                  <a:pt x="5465296" y="1057840"/>
                </a:lnTo>
                <a:lnTo>
                  <a:pt x="5420848" y="1076251"/>
                </a:lnTo>
                <a:lnTo>
                  <a:pt x="5374932" y="1090755"/>
                </a:lnTo>
                <a:lnTo>
                  <a:pt x="5327803" y="1101246"/>
                </a:lnTo>
                <a:lnTo>
                  <a:pt x="5279716" y="1107618"/>
                </a:lnTo>
                <a:lnTo>
                  <a:pt x="5230927" y="1109766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31565" y="1038492"/>
            <a:ext cx="4380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4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Resource</a:t>
            </a:r>
            <a:r>
              <a:rPr sz="4800" b="1" spc="-30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800" b="1" spc="15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Page</a:t>
            </a:r>
            <a:endParaRPr sz="4800">
              <a:latin typeface="Trebuchet MS" panose="020B0603020202020204"/>
              <a:cs typeface="Trebuchet MS" panose="020B0603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83851" y="3379169"/>
            <a:ext cx="970280" cy="2582545"/>
            <a:chOff x="4583851" y="3379169"/>
            <a:chExt cx="970280" cy="2582545"/>
          </a:xfrm>
        </p:grpSpPr>
        <p:sp>
          <p:nvSpPr>
            <p:cNvPr id="5" name="object 5"/>
            <p:cNvSpPr/>
            <p:nvPr/>
          </p:nvSpPr>
          <p:spPr>
            <a:xfrm>
              <a:off x="4635949" y="3379169"/>
              <a:ext cx="866775" cy="2582545"/>
            </a:xfrm>
            <a:custGeom>
              <a:avLst/>
              <a:gdLst/>
              <a:ahLst/>
              <a:cxnLst/>
              <a:rect l="l" t="t" r="r" b="b"/>
              <a:pathLst>
                <a:path w="866775" h="2582545">
                  <a:moveTo>
                    <a:pt x="45150" y="2416734"/>
                  </a:moveTo>
                  <a:lnTo>
                    <a:pt x="0" y="2349605"/>
                  </a:lnTo>
                  <a:lnTo>
                    <a:pt x="69452" y="2243124"/>
                  </a:lnTo>
                  <a:lnTo>
                    <a:pt x="153955" y="2387806"/>
                  </a:lnTo>
                  <a:lnTo>
                    <a:pt x="155751" y="2404008"/>
                  </a:lnTo>
                  <a:lnTo>
                    <a:pt x="70603" y="2404008"/>
                  </a:lnTo>
                  <a:lnTo>
                    <a:pt x="45150" y="2416734"/>
                  </a:lnTo>
                  <a:close/>
                </a:path>
                <a:path w="866775" h="2582545">
                  <a:moveTo>
                    <a:pt x="252336" y="2500086"/>
                  </a:moveTo>
                  <a:lnTo>
                    <a:pt x="130886" y="2500086"/>
                  </a:lnTo>
                  <a:lnTo>
                    <a:pt x="123182" y="2498958"/>
                  </a:lnTo>
                  <a:lnTo>
                    <a:pt x="116252" y="2495750"/>
                  </a:lnTo>
                  <a:lnTo>
                    <a:pt x="110503" y="2490727"/>
                  </a:lnTo>
                  <a:lnTo>
                    <a:pt x="106337" y="2484151"/>
                  </a:lnTo>
                  <a:lnTo>
                    <a:pt x="70603" y="2404008"/>
                  </a:lnTo>
                  <a:lnTo>
                    <a:pt x="155751" y="2404008"/>
                  </a:lnTo>
                  <a:lnTo>
                    <a:pt x="160884" y="2450309"/>
                  </a:lnTo>
                  <a:lnTo>
                    <a:pt x="172568" y="2453203"/>
                  </a:lnTo>
                  <a:lnTo>
                    <a:pt x="199663" y="2462175"/>
                  </a:lnTo>
                  <a:lnTo>
                    <a:pt x="230231" y="2477658"/>
                  </a:lnTo>
                  <a:lnTo>
                    <a:pt x="252336" y="2500086"/>
                  </a:lnTo>
                  <a:close/>
                </a:path>
                <a:path w="866775" h="2582545">
                  <a:moveTo>
                    <a:pt x="518550" y="2582244"/>
                  </a:moveTo>
                  <a:lnTo>
                    <a:pt x="516378" y="2570745"/>
                  </a:lnTo>
                  <a:lnTo>
                    <a:pt x="511600" y="2542972"/>
                  </a:lnTo>
                  <a:lnTo>
                    <a:pt x="506823" y="2509011"/>
                  </a:lnTo>
                  <a:lnTo>
                    <a:pt x="504673" y="2479258"/>
                  </a:lnTo>
                  <a:lnTo>
                    <a:pt x="504651" y="2478950"/>
                  </a:lnTo>
                  <a:lnTo>
                    <a:pt x="528523" y="2457847"/>
                  </a:lnTo>
                  <a:lnTo>
                    <a:pt x="581043" y="2443576"/>
                  </a:lnTo>
                  <a:lnTo>
                    <a:pt x="633562" y="2435488"/>
                  </a:lnTo>
                  <a:lnTo>
                    <a:pt x="657434" y="2432936"/>
                  </a:lnTo>
                  <a:lnTo>
                    <a:pt x="752053" y="2475475"/>
                  </a:lnTo>
                  <a:lnTo>
                    <a:pt x="763219" y="2476264"/>
                  </a:lnTo>
                  <a:lnTo>
                    <a:pt x="790947" y="2479258"/>
                  </a:lnTo>
                  <a:lnTo>
                    <a:pt x="826578" y="2485398"/>
                  </a:lnTo>
                  <a:lnTo>
                    <a:pt x="861454" y="2495624"/>
                  </a:lnTo>
                  <a:lnTo>
                    <a:pt x="866450" y="2497618"/>
                  </a:lnTo>
                  <a:lnTo>
                    <a:pt x="865504" y="2505000"/>
                  </a:lnTo>
                  <a:lnTo>
                    <a:pt x="618370" y="2542316"/>
                  </a:lnTo>
                  <a:lnTo>
                    <a:pt x="624456" y="2557942"/>
                  </a:lnTo>
                  <a:lnTo>
                    <a:pt x="518550" y="2582244"/>
                  </a:lnTo>
                  <a:close/>
                </a:path>
                <a:path w="866775" h="2582545">
                  <a:moveTo>
                    <a:pt x="165378" y="29481"/>
                  </a:moveTo>
                  <a:lnTo>
                    <a:pt x="97806" y="29481"/>
                  </a:lnTo>
                  <a:lnTo>
                    <a:pt x="97926" y="24898"/>
                  </a:lnTo>
                  <a:lnTo>
                    <a:pt x="98030" y="23628"/>
                  </a:lnTo>
                  <a:lnTo>
                    <a:pt x="99307" y="13399"/>
                  </a:lnTo>
                  <a:lnTo>
                    <a:pt x="99326" y="13243"/>
                  </a:lnTo>
                  <a:lnTo>
                    <a:pt x="103425" y="2904"/>
                  </a:lnTo>
                  <a:lnTo>
                    <a:pt x="111703" y="0"/>
                  </a:lnTo>
                  <a:lnTo>
                    <a:pt x="126481" y="6501"/>
                  </a:lnTo>
                  <a:lnTo>
                    <a:pt x="144795" y="16797"/>
                  </a:lnTo>
                  <a:lnTo>
                    <a:pt x="160418" y="26335"/>
                  </a:lnTo>
                  <a:lnTo>
                    <a:pt x="165378" y="29481"/>
                  </a:lnTo>
                  <a:close/>
                </a:path>
                <a:path w="866775" h="2582545">
                  <a:moveTo>
                    <a:pt x="310989" y="32423"/>
                  </a:moveTo>
                  <a:lnTo>
                    <a:pt x="56150" y="32423"/>
                  </a:lnTo>
                  <a:lnTo>
                    <a:pt x="56025" y="18448"/>
                  </a:lnTo>
                  <a:lnTo>
                    <a:pt x="57805" y="10061"/>
                  </a:lnTo>
                  <a:lnTo>
                    <a:pt x="62082" y="6774"/>
                  </a:lnTo>
                  <a:lnTo>
                    <a:pt x="69452" y="8100"/>
                  </a:lnTo>
                  <a:lnTo>
                    <a:pt x="79008" y="13399"/>
                  </a:lnTo>
                  <a:lnTo>
                    <a:pt x="88185" y="20547"/>
                  </a:lnTo>
                  <a:lnTo>
                    <a:pt x="95083" y="26827"/>
                  </a:lnTo>
                  <a:lnTo>
                    <a:pt x="97762" y="29481"/>
                  </a:lnTo>
                  <a:lnTo>
                    <a:pt x="165378" y="29481"/>
                  </a:lnTo>
                  <a:lnTo>
                    <a:pt x="167257" y="30675"/>
                  </a:lnTo>
                  <a:lnTo>
                    <a:pt x="309294" y="30675"/>
                  </a:lnTo>
                  <a:lnTo>
                    <a:pt x="310989" y="32423"/>
                  </a:lnTo>
                  <a:close/>
                </a:path>
                <a:path w="866775" h="2582545">
                  <a:moveTo>
                    <a:pt x="309294" y="30675"/>
                  </a:moveTo>
                  <a:lnTo>
                    <a:pt x="167257" y="30675"/>
                  </a:lnTo>
                  <a:lnTo>
                    <a:pt x="188817" y="26335"/>
                  </a:lnTo>
                  <a:lnTo>
                    <a:pt x="239012" y="16797"/>
                  </a:lnTo>
                  <a:lnTo>
                    <a:pt x="270394" y="14785"/>
                  </a:lnTo>
                  <a:lnTo>
                    <a:pt x="303402" y="24600"/>
                  </a:lnTo>
                  <a:lnTo>
                    <a:pt x="309294" y="30675"/>
                  </a:lnTo>
                  <a:close/>
                </a:path>
                <a:path w="866775" h="2582545">
                  <a:moveTo>
                    <a:pt x="292839" y="247113"/>
                  </a:moveTo>
                  <a:lnTo>
                    <a:pt x="145132" y="182424"/>
                  </a:lnTo>
                  <a:lnTo>
                    <a:pt x="92603" y="158005"/>
                  </a:lnTo>
                  <a:lnTo>
                    <a:pt x="60356" y="127516"/>
                  </a:lnTo>
                  <a:lnTo>
                    <a:pt x="39072" y="84281"/>
                  </a:lnTo>
                  <a:lnTo>
                    <a:pt x="28639" y="44632"/>
                  </a:lnTo>
                  <a:lnTo>
                    <a:pt x="28830" y="32423"/>
                  </a:lnTo>
                  <a:lnTo>
                    <a:pt x="28948" y="24898"/>
                  </a:lnTo>
                  <a:lnTo>
                    <a:pt x="36373" y="23628"/>
                  </a:lnTo>
                  <a:lnTo>
                    <a:pt x="44894" y="26335"/>
                  </a:lnTo>
                  <a:lnTo>
                    <a:pt x="45079" y="26335"/>
                  </a:lnTo>
                  <a:lnTo>
                    <a:pt x="52958" y="30432"/>
                  </a:lnTo>
                  <a:lnTo>
                    <a:pt x="56150" y="32423"/>
                  </a:lnTo>
                  <a:lnTo>
                    <a:pt x="310989" y="32423"/>
                  </a:lnTo>
                  <a:lnTo>
                    <a:pt x="332285" y="54384"/>
                  </a:lnTo>
                  <a:lnTo>
                    <a:pt x="351292" y="112279"/>
                  </a:lnTo>
                  <a:lnTo>
                    <a:pt x="348994" y="175337"/>
                  </a:lnTo>
                  <a:lnTo>
                    <a:pt x="328141" y="217021"/>
                  </a:lnTo>
                  <a:lnTo>
                    <a:pt x="304251" y="240042"/>
                  </a:lnTo>
                  <a:lnTo>
                    <a:pt x="292839" y="247113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72274" y="3502448"/>
              <a:ext cx="882015" cy="2372360"/>
            </a:xfrm>
            <a:custGeom>
              <a:avLst/>
              <a:gdLst/>
              <a:ahLst/>
              <a:cxnLst/>
              <a:rect l="l" t="t" r="r" b="b"/>
              <a:pathLst>
                <a:path w="882014" h="2372360">
                  <a:moveTo>
                    <a:pt x="95898" y="210495"/>
                  </a:moveTo>
                  <a:lnTo>
                    <a:pt x="48926" y="185784"/>
                  </a:lnTo>
                  <a:lnTo>
                    <a:pt x="41804" y="0"/>
                  </a:lnTo>
                  <a:lnTo>
                    <a:pt x="73028" y="21710"/>
                  </a:lnTo>
                  <a:lnTo>
                    <a:pt x="119907" y="27761"/>
                  </a:lnTo>
                  <a:lnTo>
                    <a:pt x="164342" y="32370"/>
                  </a:lnTo>
                  <a:lnTo>
                    <a:pt x="188234" y="49755"/>
                  </a:lnTo>
                  <a:lnTo>
                    <a:pt x="195634" y="71987"/>
                  </a:lnTo>
                  <a:lnTo>
                    <a:pt x="202276" y="84665"/>
                  </a:lnTo>
                  <a:lnTo>
                    <a:pt x="207189" y="90615"/>
                  </a:lnTo>
                  <a:lnTo>
                    <a:pt x="209061" y="92007"/>
                  </a:lnTo>
                  <a:lnTo>
                    <a:pt x="270593" y="92007"/>
                  </a:lnTo>
                  <a:lnTo>
                    <a:pt x="269366" y="99130"/>
                  </a:lnTo>
                  <a:lnTo>
                    <a:pt x="264451" y="117481"/>
                  </a:lnTo>
                  <a:lnTo>
                    <a:pt x="793569" y="117481"/>
                  </a:lnTo>
                  <a:lnTo>
                    <a:pt x="796009" y="128402"/>
                  </a:lnTo>
                  <a:lnTo>
                    <a:pt x="800076" y="156250"/>
                  </a:lnTo>
                  <a:lnTo>
                    <a:pt x="800890" y="193646"/>
                  </a:lnTo>
                  <a:lnTo>
                    <a:pt x="799028" y="203711"/>
                  </a:lnTo>
                  <a:lnTo>
                    <a:pt x="140760" y="203711"/>
                  </a:lnTo>
                  <a:lnTo>
                    <a:pt x="95898" y="210495"/>
                  </a:lnTo>
                  <a:close/>
                </a:path>
                <a:path w="882014" h="2372360">
                  <a:moveTo>
                    <a:pt x="270593" y="92007"/>
                  </a:moveTo>
                  <a:lnTo>
                    <a:pt x="209061" y="92007"/>
                  </a:lnTo>
                  <a:lnTo>
                    <a:pt x="215328" y="84665"/>
                  </a:lnTo>
                  <a:lnTo>
                    <a:pt x="230547" y="69295"/>
                  </a:lnTo>
                  <a:lnTo>
                    <a:pt x="249343" y="55880"/>
                  </a:lnTo>
                  <a:lnTo>
                    <a:pt x="266342" y="54402"/>
                  </a:lnTo>
                  <a:lnTo>
                    <a:pt x="272298" y="63986"/>
                  </a:lnTo>
                  <a:lnTo>
                    <a:pt x="272644" y="80097"/>
                  </a:lnTo>
                  <a:lnTo>
                    <a:pt x="270593" y="92007"/>
                  </a:lnTo>
                  <a:close/>
                </a:path>
                <a:path w="882014" h="2372360">
                  <a:moveTo>
                    <a:pt x="879223" y="722816"/>
                  </a:moveTo>
                  <a:lnTo>
                    <a:pt x="874012" y="719921"/>
                  </a:lnTo>
                  <a:lnTo>
                    <a:pt x="861855" y="713554"/>
                  </a:lnTo>
                  <a:lnTo>
                    <a:pt x="847962" y="707186"/>
                  </a:lnTo>
                  <a:lnTo>
                    <a:pt x="837547" y="704291"/>
                  </a:lnTo>
                  <a:lnTo>
                    <a:pt x="301644" y="704291"/>
                  </a:lnTo>
                  <a:lnTo>
                    <a:pt x="307442" y="632536"/>
                  </a:lnTo>
                  <a:lnTo>
                    <a:pt x="324816" y="632536"/>
                  </a:lnTo>
                  <a:lnTo>
                    <a:pt x="275039" y="477429"/>
                  </a:lnTo>
                  <a:lnTo>
                    <a:pt x="253040" y="477429"/>
                  </a:lnTo>
                  <a:lnTo>
                    <a:pt x="237640" y="327339"/>
                  </a:lnTo>
                  <a:lnTo>
                    <a:pt x="140760" y="266214"/>
                  </a:lnTo>
                  <a:lnTo>
                    <a:pt x="140760" y="203711"/>
                  </a:lnTo>
                  <a:lnTo>
                    <a:pt x="799028" y="203711"/>
                  </a:lnTo>
                  <a:lnTo>
                    <a:pt x="793569" y="233214"/>
                  </a:lnTo>
                  <a:lnTo>
                    <a:pt x="781993" y="233214"/>
                  </a:lnTo>
                  <a:lnTo>
                    <a:pt x="782536" y="237303"/>
                  </a:lnTo>
                  <a:lnTo>
                    <a:pt x="783731" y="249421"/>
                  </a:lnTo>
                  <a:lnTo>
                    <a:pt x="784925" y="269350"/>
                  </a:lnTo>
                  <a:lnTo>
                    <a:pt x="785468" y="296869"/>
                  </a:lnTo>
                  <a:lnTo>
                    <a:pt x="782394" y="323494"/>
                  </a:lnTo>
                  <a:lnTo>
                    <a:pt x="775630" y="341436"/>
                  </a:lnTo>
                  <a:lnTo>
                    <a:pt x="768866" y="351564"/>
                  </a:lnTo>
                  <a:lnTo>
                    <a:pt x="765792" y="354746"/>
                  </a:lnTo>
                  <a:lnTo>
                    <a:pt x="765792" y="376746"/>
                  </a:lnTo>
                  <a:lnTo>
                    <a:pt x="790409" y="415477"/>
                  </a:lnTo>
                  <a:lnTo>
                    <a:pt x="790246" y="443867"/>
                  </a:lnTo>
                  <a:lnTo>
                    <a:pt x="789431" y="469655"/>
                  </a:lnTo>
                  <a:lnTo>
                    <a:pt x="788943" y="480904"/>
                  </a:lnTo>
                  <a:lnTo>
                    <a:pt x="815568" y="480904"/>
                  </a:lnTo>
                  <a:lnTo>
                    <a:pt x="840444" y="524656"/>
                  </a:lnTo>
                  <a:lnTo>
                    <a:pt x="860195" y="565648"/>
                  </a:lnTo>
                  <a:lnTo>
                    <a:pt x="874741" y="607206"/>
                  </a:lnTo>
                  <a:lnTo>
                    <a:pt x="880871" y="647674"/>
                  </a:lnTo>
                  <a:lnTo>
                    <a:pt x="881808" y="684926"/>
                  </a:lnTo>
                  <a:lnTo>
                    <a:pt x="880333" y="712220"/>
                  </a:lnTo>
                  <a:lnTo>
                    <a:pt x="879223" y="722816"/>
                  </a:lnTo>
                  <a:close/>
                </a:path>
                <a:path w="882014" h="2372360">
                  <a:moveTo>
                    <a:pt x="612865" y="997131"/>
                  </a:moveTo>
                  <a:lnTo>
                    <a:pt x="457614" y="997131"/>
                  </a:lnTo>
                  <a:lnTo>
                    <a:pt x="461829" y="996781"/>
                  </a:lnTo>
                  <a:lnTo>
                    <a:pt x="469133" y="996267"/>
                  </a:lnTo>
                  <a:lnTo>
                    <a:pt x="457614" y="996267"/>
                  </a:lnTo>
                  <a:lnTo>
                    <a:pt x="269241" y="704291"/>
                  </a:lnTo>
                  <a:lnTo>
                    <a:pt x="837547" y="704291"/>
                  </a:lnTo>
                  <a:lnTo>
                    <a:pt x="837547" y="847822"/>
                  </a:lnTo>
                  <a:lnTo>
                    <a:pt x="857223" y="847822"/>
                  </a:lnTo>
                  <a:lnTo>
                    <a:pt x="857223" y="996596"/>
                  </a:lnTo>
                  <a:lnTo>
                    <a:pt x="611138" y="996596"/>
                  </a:lnTo>
                  <a:lnTo>
                    <a:pt x="612351" y="996946"/>
                  </a:lnTo>
                  <a:lnTo>
                    <a:pt x="612865" y="997131"/>
                  </a:lnTo>
                  <a:close/>
                </a:path>
                <a:path w="882014" h="2372360">
                  <a:moveTo>
                    <a:pt x="117630" y="2264527"/>
                  </a:moveTo>
                  <a:lnTo>
                    <a:pt x="13451" y="2108269"/>
                  </a:lnTo>
                  <a:lnTo>
                    <a:pt x="92334" y="1927759"/>
                  </a:lnTo>
                  <a:lnTo>
                    <a:pt x="157548" y="1804871"/>
                  </a:lnTo>
                  <a:lnTo>
                    <a:pt x="201928" y="1734720"/>
                  </a:lnTo>
                  <a:lnTo>
                    <a:pt x="218313" y="1712422"/>
                  </a:lnTo>
                  <a:lnTo>
                    <a:pt x="165797" y="1573962"/>
                  </a:lnTo>
                  <a:lnTo>
                    <a:pt x="111382" y="1429698"/>
                  </a:lnTo>
                  <a:lnTo>
                    <a:pt x="48177" y="1261022"/>
                  </a:lnTo>
                  <a:lnTo>
                    <a:pt x="6673" y="1101569"/>
                  </a:lnTo>
                  <a:lnTo>
                    <a:pt x="0" y="977596"/>
                  </a:lnTo>
                  <a:lnTo>
                    <a:pt x="9602" y="897243"/>
                  </a:lnTo>
                  <a:lnTo>
                    <a:pt x="16926" y="868650"/>
                  </a:lnTo>
                  <a:lnTo>
                    <a:pt x="322492" y="868650"/>
                  </a:lnTo>
                  <a:lnTo>
                    <a:pt x="336656" y="916843"/>
                  </a:lnTo>
                  <a:lnTo>
                    <a:pt x="352426" y="970724"/>
                  </a:lnTo>
                  <a:lnTo>
                    <a:pt x="372269" y="1038806"/>
                  </a:lnTo>
                  <a:lnTo>
                    <a:pt x="588914" y="1038806"/>
                  </a:lnTo>
                  <a:lnTo>
                    <a:pt x="563162" y="1051862"/>
                  </a:lnTo>
                  <a:lnTo>
                    <a:pt x="376072" y="1051862"/>
                  </a:lnTo>
                  <a:lnTo>
                    <a:pt x="390096" y="1100219"/>
                  </a:lnTo>
                  <a:lnTo>
                    <a:pt x="404796" y="1151109"/>
                  </a:lnTo>
                  <a:lnTo>
                    <a:pt x="419868" y="1203523"/>
                  </a:lnTo>
                  <a:lnTo>
                    <a:pt x="435005" y="1256454"/>
                  </a:lnTo>
                  <a:lnTo>
                    <a:pt x="449899" y="1308891"/>
                  </a:lnTo>
                  <a:lnTo>
                    <a:pt x="464244" y="1359827"/>
                  </a:lnTo>
                  <a:lnTo>
                    <a:pt x="477734" y="1408254"/>
                  </a:lnTo>
                  <a:lnTo>
                    <a:pt x="490061" y="1453162"/>
                  </a:lnTo>
                  <a:lnTo>
                    <a:pt x="500919" y="1493542"/>
                  </a:lnTo>
                  <a:lnTo>
                    <a:pt x="523615" y="1638905"/>
                  </a:lnTo>
                  <a:lnTo>
                    <a:pt x="509562" y="1709387"/>
                  </a:lnTo>
                  <a:lnTo>
                    <a:pt x="487048" y="1746665"/>
                  </a:lnTo>
                  <a:lnTo>
                    <a:pt x="475276" y="1757573"/>
                  </a:lnTo>
                  <a:lnTo>
                    <a:pt x="532144" y="1972859"/>
                  </a:lnTo>
                  <a:lnTo>
                    <a:pt x="315543" y="1972859"/>
                  </a:lnTo>
                  <a:lnTo>
                    <a:pt x="117630" y="2264527"/>
                  </a:lnTo>
                  <a:close/>
                </a:path>
                <a:path w="882014" h="2372360">
                  <a:moveTo>
                    <a:pt x="588914" y="1038806"/>
                  </a:moveTo>
                  <a:lnTo>
                    <a:pt x="372269" y="1038806"/>
                  </a:lnTo>
                  <a:lnTo>
                    <a:pt x="447499" y="981505"/>
                  </a:lnTo>
                  <a:lnTo>
                    <a:pt x="457268" y="996596"/>
                  </a:lnTo>
                  <a:lnTo>
                    <a:pt x="457388" y="996781"/>
                  </a:lnTo>
                  <a:lnTo>
                    <a:pt x="457495" y="996946"/>
                  </a:lnTo>
                  <a:lnTo>
                    <a:pt x="457614" y="997131"/>
                  </a:lnTo>
                  <a:lnTo>
                    <a:pt x="612865" y="997131"/>
                  </a:lnTo>
                  <a:lnTo>
                    <a:pt x="616249" y="1013095"/>
                  </a:lnTo>
                  <a:lnTo>
                    <a:pt x="590364" y="1038071"/>
                  </a:lnTo>
                  <a:lnTo>
                    <a:pt x="588914" y="1038806"/>
                  </a:lnTo>
                  <a:close/>
                </a:path>
                <a:path w="882014" h="2372360">
                  <a:moveTo>
                    <a:pt x="857223" y="997131"/>
                  </a:moveTo>
                  <a:lnTo>
                    <a:pt x="611138" y="996596"/>
                  </a:lnTo>
                  <a:lnTo>
                    <a:pt x="857223" y="996596"/>
                  </a:lnTo>
                  <a:lnTo>
                    <a:pt x="857223" y="997131"/>
                  </a:lnTo>
                  <a:close/>
                </a:path>
                <a:path w="882014" h="2372360">
                  <a:moveTo>
                    <a:pt x="489729" y="1071209"/>
                  </a:moveTo>
                  <a:lnTo>
                    <a:pt x="452561" y="1069219"/>
                  </a:lnTo>
                  <a:lnTo>
                    <a:pt x="420665" y="1064288"/>
                  </a:lnTo>
                  <a:lnTo>
                    <a:pt x="394887" y="1057982"/>
                  </a:lnTo>
                  <a:lnTo>
                    <a:pt x="376072" y="1051862"/>
                  </a:lnTo>
                  <a:lnTo>
                    <a:pt x="563162" y="1051862"/>
                  </a:lnTo>
                  <a:lnTo>
                    <a:pt x="544946" y="1061098"/>
                  </a:lnTo>
                  <a:lnTo>
                    <a:pt x="489729" y="1071209"/>
                  </a:lnTo>
                  <a:close/>
                </a:path>
                <a:path w="882014" h="2372360">
                  <a:moveTo>
                    <a:pt x="454427" y="2372160"/>
                  </a:moveTo>
                  <a:lnTo>
                    <a:pt x="315543" y="1972859"/>
                  </a:lnTo>
                  <a:lnTo>
                    <a:pt x="532144" y="1972859"/>
                  </a:lnTo>
                  <a:lnTo>
                    <a:pt x="621109" y="2309657"/>
                  </a:lnTo>
                  <a:lnTo>
                    <a:pt x="454427" y="23721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83851" y="3718310"/>
              <a:ext cx="542290" cy="868680"/>
            </a:xfrm>
            <a:custGeom>
              <a:avLst/>
              <a:gdLst/>
              <a:ahLst/>
              <a:cxnLst/>
              <a:rect l="l" t="t" r="r" b="b"/>
              <a:pathLst>
                <a:path w="542289" h="868679">
                  <a:moveTo>
                    <a:pt x="428268" y="868074"/>
                  </a:moveTo>
                  <a:lnTo>
                    <a:pt x="186520" y="649745"/>
                  </a:lnTo>
                  <a:lnTo>
                    <a:pt x="103169" y="649313"/>
                  </a:lnTo>
                  <a:lnTo>
                    <a:pt x="81046" y="503479"/>
                  </a:lnTo>
                  <a:lnTo>
                    <a:pt x="56046" y="461782"/>
                  </a:lnTo>
                  <a:lnTo>
                    <a:pt x="34058" y="416016"/>
                  </a:lnTo>
                  <a:lnTo>
                    <a:pt x="16466" y="367974"/>
                  </a:lnTo>
                  <a:lnTo>
                    <a:pt x="4652" y="319444"/>
                  </a:lnTo>
                  <a:lnTo>
                    <a:pt x="0" y="272218"/>
                  </a:lnTo>
                  <a:lnTo>
                    <a:pt x="3892" y="228084"/>
                  </a:lnTo>
                  <a:lnTo>
                    <a:pt x="17713" y="188834"/>
                  </a:lnTo>
                  <a:lnTo>
                    <a:pt x="42845" y="156257"/>
                  </a:lnTo>
                  <a:lnTo>
                    <a:pt x="212981" y="0"/>
                  </a:lnTo>
                  <a:lnTo>
                    <a:pt x="330339" y="75970"/>
                  </a:lnTo>
                  <a:lnTo>
                    <a:pt x="327358" y="121572"/>
                  </a:lnTo>
                  <a:lnTo>
                    <a:pt x="341462" y="261567"/>
                  </a:lnTo>
                  <a:lnTo>
                    <a:pt x="363462" y="261567"/>
                  </a:lnTo>
                  <a:lnTo>
                    <a:pt x="413218" y="416674"/>
                  </a:lnTo>
                  <a:lnTo>
                    <a:pt x="395865" y="416674"/>
                  </a:lnTo>
                  <a:lnTo>
                    <a:pt x="390067" y="488429"/>
                  </a:lnTo>
                  <a:lnTo>
                    <a:pt x="357664" y="488429"/>
                  </a:lnTo>
                  <a:lnTo>
                    <a:pt x="541699" y="773168"/>
                  </a:lnTo>
                  <a:lnTo>
                    <a:pt x="534379" y="781269"/>
                  </a:lnTo>
                  <a:lnTo>
                    <a:pt x="428268" y="868074"/>
                  </a:lnTo>
                  <a:close/>
                </a:path>
              </a:pathLst>
            </a:custGeom>
            <a:solidFill>
              <a:srgbClr val="F458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661497" y="3499230"/>
              <a:ext cx="891540" cy="2374900"/>
            </a:xfrm>
            <a:custGeom>
              <a:avLst/>
              <a:gdLst/>
              <a:ahLst/>
              <a:cxnLst/>
              <a:rect l="l" t="t" r="r" b="b"/>
              <a:pathLst>
                <a:path w="891539" h="2374900">
                  <a:moveTo>
                    <a:pt x="75006" y="83959"/>
                  </a:moveTo>
                  <a:lnTo>
                    <a:pt x="72085" y="81038"/>
                  </a:lnTo>
                  <a:lnTo>
                    <a:pt x="64909" y="81038"/>
                  </a:lnTo>
                  <a:lnTo>
                    <a:pt x="61988" y="83959"/>
                  </a:lnTo>
                  <a:lnTo>
                    <a:pt x="61988" y="91160"/>
                  </a:lnTo>
                  <a:lnTo>
                    <a:pt x="64909" y="94081"/>
                  </a:lnTo>
                  <a:lnTo>
                    <a:pt x="72085" y="94081"/>
                  </a:lnTo>
                  <a:lnTo>
                    <a:pt x="75006" y="91160"/>
                  </a:lnTo>
                  <a:lnTo>
                    <a:pt x="75006" y="83959"/>
                  </a:lnTo>
                  <a:close/>
                </a:path>
                <a:path w="891539" h="2374900">
                  <a:moveTo>
                    <a:pt x="80391" y="203200"/>
                  </a:moveTo>
                  <a:lnTo>
                    <a:pt x="72986" y="190500"/>
                  </a:lnTo>
                  <a:lnTo>
                    <a:pt x="66827" y="190500"/>
                  </a:lnTo>
                  <a:lnTo>
                    <a:pt x="62217" y="177800"/>
                  </a:lnTo>
                  <a:lnTo>
                    <a:pt x="59309" y="177800"/>
                  </a:lnTo>
                  <a:lnTo>
                    <a:pt x="58204" y="165100"/>
                  </a:lnTo>
                  <a:lnTo>
                    <a:pt x="55702" y="12700"/>
                  </a:lnTo>
                  <a:lnTo>
                    <a:pt x="67945" y="12700"/>
                  </a:lnTo>
                  <a:lnTo>
                    <a:pt x="55232" y="0"/>
                  </a:lnTo>
                  <a:lnTo>
                    <a:pt x="49593" y="0"/>
                  </a:lnTo>
                  <a:lnTo>
                    <a:pt x="52260" y="165100"/>
                  </a:lnTo>
                  <a:lnTo>
                    <a:pt x="53517" y="177800"/>
                  </a:lnTo>
                  <a:lnTo>
                    <a:pt x="56845" y="177800"/>
                  </a:lnTo>
                  <a:lnTo>
                    <a:pt x="62103" y="190500"/>
                  </a:lnTo>
                  <a:lnTo>
                    <a:pt x="69151" y="203200"/>
                  </a:lnTo>
                  <a:lnTo>
                    <a:pt x="80391" y="203200"/>
                  </a:lnTo>
                  <a:close/>
                </a:path>
                <a:path w="891539" h="2374900">
                  <a:moveTo>
                    <a:pt x="83172" y="101600"/>
                  </a:moveTo>
                  <a:lnTo>
                    <a:pt x="77901" y="101600"/>
                  </a:lnTo>
                  <a:lnTo>
                    <a:pt x="63207" y="127000"/>
                  </a:lnTo>
                  <a:lnTo>
                    <a:pt x="71247" y="127000"/>
                  </a:lnTo>
                  <a:lnTo>
                    <a:pt x="83172" y="101600"/>
                  </a:lnTo>
                  <a:close/>
                </a:path>
                <a:path w="891539" h="2374900">
                  <a:moveTo>
                    <a:pt x="83807" y="50800"/>
                  </a:moveTo>
                  <a:lnTo>
                    <a:pt x="75006" y="38100"/>
                  </a:lnTo>
                  <a:lnTo>
                    <a:pt x="58597" y="38100"/>
                  </a:lnTo>
                  <a:lnTo>
                    <a:pt x="57099" y="50800"/>
                  </a:lnTo>
                  <a:lnTo>
                    <a:pt x="83807" y="50800"/>
                  </a:lnTo>
                  <a:close/>
                </a:path>
                <a:path w="891539" h="2374900">
                  <a:moveTo>
                    <a:pt x="108915" y="863600"/>
                  </a:moveTo>
                  <a:lnTo>
                    <a:pt x="76517" y="825500"/>
                  </a:lnTo>
                  <a:lnTo>
                    <a:pt x="43103" y="774700"/>
                  </a:lnTo>
                  <a:lnTo>
                    <a:pt x="16840" y="736600"/>
                  </a:lnTo>
                  <a:lnTo>
                    <a:pt x="5080" y="711200"/>
                  </a:lnTo>
                  <a:lnTo>
                    <a:pt x="0" y="711200"/>
                  </a:lnTo>
                  <a:lnTo>
                    <a:pt x="850" y="723900"/>
                  </a:lnTo>
                  <a:lnTo>
                    <a:pt x="11188" y="736600"/>
                  </a:lnTo>
                  <a:lnTo>
                    <a:pt x="36296" y="774700"/>
                  </a:lnTo>
                  <a:lnTo>
                    <a:pt x="68668" y="825500"/>
                  </a:lnTo>
                  <a:lnTo>
                    <a:pt x="100825" y="863600"/>
                  </a:lnTo>
                  <a:lnTo>
                    <a:pt x="108915" y="863600"/>
                  </a:lnTo>
                  <a:close/>
                </a:path>
                <a:path w="891539" h="2374900">
                  <a:moveTo>
                    <a:pt x="110566" y="25400"/>
                  </a:moveTo>
                  <a:lnTo>
                    <a:pt x="87312" y="12700"/>
                  </a:lnTo>
                  <a:lnTo>
                    <a:pt x="70764" y="12700"/>
                  </a:lnTo>
                  <a:lnTo>
                    <a:pt x="90195" y="25400"/>
                  </a:lnTo>
                  <a:lnTo>
                    <a:pt x="110566" y="25400"/>
                  </a:lnTo>
                  <a:close/>
                </a:path>
                <a:path w="891539" h="2374900">
                  <a:moveTo>
                    <a:pt x="130987" y="85280"/>
                  </a:moveTo>
                  <a:lnTo>
                    <a:pt x="128092" y="82359"/>
                  </a:lnTo>
                  <a:lnTo>
                    <a:pt x="120891" y="82359"/>
                  </a:lnTo>
                  <a:lnTo>
                    <a:pt x="117983" y="85280"/>
                  </a:lnTo>
                  <a:lnTo>
                    <a:pt x="117983" y="92456"/>
                  </a:lnTo>
                  <a:lnTo>
                    <a:pt x="120891" y="95377"/>
                  </a:lnTo>
                  <a:lnTo>
                    <a:pt x="128092" y="95377"/>
                  </a:lnTo>
                  <a:lnTo>
                    <a:pt x="130987" y="92456"/>
                  </a:lnTo>
                  <a:lnTo>
                    <a:pt x="130987" y="85280"/>
                  </a:lnTo>
                  <a:close/>
                </a:path>
                <a:path w="891539" h="2374900">
                  <a:moveTo>
                    <a:pt x="133845" y="127000"/>
                  </a:moveTo>
                  <a:lnTo>
                    <a:pt x="129019" y="127000"/>
                  </a:lnTo>
                  <a:lnTo>
                    <a:pt x="118719" y="139700"/>
                  </a:lnTo>
                  <a:lnTo>
                    <a:pt x="97370" y="139700"/>
                  </a:lnTo>
                  <a:lnTo>
                    <a:pt x="93268" y="152400"/>
                  </a:lnTo>
                  <a:lnTo>
                    <a:pt x="109588" y="152400"/>
                  </a:lnTo>
                  <a:lnTo>
                    <a:pt x="122415" y="139700"/>
                  </a:lnTo>
                  <a:lnTo>
                    <a:pt x="133845" y="127000"/>
                  </a:lnTo>
                  <a:close/>
                </a:path>
                <a:path w="891539" h="2374900">
                  <a:moveTo>
                    <a:pt x="148564" y="203200"/>
                  </a:moveTo>
                  <a:lnTo>
                    <a:pt x="86956" y="203200"/>
                  </a:lnTo>
                  <a:lnTo>
                    <a:pt x="96901" y="215900"/>
                  </a:lnTo>
                  <a:lnTo>
                    <a:pt x="107099" y="215900"/>
                  </a:lnTo>
                  <a:lnTo>
                    <a:pt x="148564" y="203200"/>
                  </a:lnTo>
                  <a:close/>
                </a:path>
                <a:path w="891539" h="2374900">
                  <a:moveTo>
                    <a:pt x="160274" y="63500"/>
                  </a:moveTo>
                  <a:lnTo>
                    <a:pt x="159194" y="50800"/>
                  </a:lnTo>
                  <a:lnTo>
                    <a:pt x="145872" y="50800"/>
                  </a:lnTo>
                  <a:lnTo>
                    <a:pt x="131762" y="38100"/>
                  </a:lnTo>
                  <a:lnTo>
                    <a:pt x="120383" y="38100"/>
                  </a:lnTo>
                  <a:lnTo>
                    <a:pt x="115239" y="50800"/>
                  </a:lnTo>
                  <a:lnTo>
                    <a:pt x="143230" y="50800"/>
                  </a:lnTo>
                  <a:lnTo>
                    <a:pt x="154876" y="63500"/>
                  </a:lnTo>
                  <a:lnTo>
                    <a:pt x="160274" y="63500"/>
                  </a:lnTo>
                  <a:close/>
                </a:path>
                <a:path w="891539" h="2374900">
                  <a:moveTo>
                    <a:pt x="174574" y="203200"/>
                  </a:moveTo>
                  <a:lnTo>
                    <a:pt x="174002" y="190500"/>
                  </a:lnTo>
                  <a:lnTo>
                    <a:pt x="170853" y="190500"/>
                  </a:lnTo>
                  <a:lnTo>
                    <a:pt x="151041" y="203200"/>
                  </a:lnTo>
                  <a:lnTo>
                    <a:pt x="148564" y="203200"/>
                  </a:lnTo>
                  <a:lnTo>
                    <a:pt x="148564" y="228600"/>
                  </a:lnTo>
                  <a:lnTo>
                    <a:pt x="154508" y="228600"/>
                  </a:lnTo>
                  <a:lnTo>
                    <a:pt x="154508" y="203200"/>
                  </a:lnTo>
                  <a:lnTo>
                    <a:pt x="174574" y="203200"/>
                  </a:lnTo>
                  <a:close/>
                </a:path>
                <a:path w="891539" h="2374900">
                  <a:moveTo>
                    <a:pt x="188887" y="1767878"/>
                  </a:moveTo>
                  <a:lnTo>
                    <a:pt x="170230" y="1790700"/>
                  </a:lnTo>
                  <a:lnTo>
                    <a:pt x="145745" y="1841500"/>
                  </a:lnTo>
                  <a:lnTo>
                    <a:pt x="118097" y="1892300"/>
                  </a:lnTo>
                  <a:lnTo>
                    <a:pt x="87807" y="1955800"/>
                  </a:lnTo>
                  <a:lnTo>
                    <a:pt x="55422" y="2019300"/>
                  </a:lnTo>
                  <a:lnTo>
                    <a:pt x="21463" y="2108200"/>
                  </a:lnTo>
                  <a:lnTo>
                    <a:pt x="20891" y="2108200"/>
                  </a:lnTo>
                  <a:lnTo>
                    <a:pt x="127723" y="2259546"/>
                  </a:lnTo>
                  <a:lnTo>
                    <a:pt x="27559" y="2108200"/>
                  </a:lnTo>
                  <a:lnTo>
                    <a:pt x="59690" y="2032000"/>
                  </a:lnTo>
                  <a:lnTo>
                    <a:pt x="90436" y="1955800"/>
                  </a:lnTo>
                  <a:lnTo>
                    <a:pt x="119316" y="1905000"/>
                  </a:lnTo>
                  <a:lnTo>
                    <a:pt x="145884" y="1854200"/>
                  </a:lnTo>
                  <a:lnTo>
                    <a:pt x="169697" y="1803400"/>
                  </a:lnTo>
                  <a:lnTo>
                    <a:pt x="188887" y="1767878"/>
                  </a:lnTo>
                  <a:close/>
                </a:path>
                <a:path w="891539" h="2374900">
                  <a:moveTo>
                    <a:pt x="191033" y="342900"/>
                  </a:moveTo>
                  <a:lnTo>
                    <a:pt x="102476" y="241300"/>
                  </a:lnTo>
                  <a:lnTo>
                    <a:pt x="100609" y="241300"/>
                  </a:lnTo>
                  <a:lnTo>
                    <a:pt x="99415" y="254000"/>
                  </a:lnTo>
                  <a:lnTo>
                    <a:pt x="98196" y="254000"/>
                  </a:lnTo>
                  <a:lnTo>
                    <a:pt x="188887" y="342900"/>
                  </a:lnTo>
                  <a:lnTo>
                    <a:pt x="191033" y="342900"/>
                  </a:lnTo>
                  <a:close/>
                </a:path>
                <a:path w="891539" h="2374900">
                  <a:moveTo>
                    <a:pt x="207810" y="1739290"/>
                  </a:moveTo>
                  <a:lnTo>
                    <a:pt x="207200" y="1739900"/>
                  </a:lnTo>
                  <a:lnTo>
                    <a:pt x="190284" y="1765300"/>
                  </a:lnTo>
                  <a:lnTo>
                    <a:pt x="188887" y="1767878"/>
                  </a:lnTo>
                  <a:lnTo>
                    <a:pt x="190995" y="1765300"/>
                  </a:lnTo>
                  <a:lnTo>
                    <a:pt x="207530" y="1739900"/>
                  </a:lnTo>
                  <a:lnTo>
                    <a:pt x="207810" y="1739290"/>
                  </a:lnTo>
                  <a:close/>
                </a:path>
                <a:path w="891539" h="2374900">
                  <a:moveTo>
                    <a:pt x="219379" y="88900"/>
                  </a:moveTo>
                  <a:lnTo>
                    <a:pt x="216204" y="76200"/>
                  </a:lnTo>
                  <a:lnTo>
                    <a:pt x="211950" y="76200"/>
                  </a:lnTo>
                  <a:lnTo>
                    <a:pt x="207022" y="63500"/>
                  </a:lnTo>
                  <a:lnTo>
                    <a:pt x="201866" y="50800"/>
                  </a:lnTo>
                  <a:lnTo>
                    <a:pt x="193586" y="38100"/>
                  </a:lnTo>
                  <a:lnTo>
                    <a:pt x="178257" y="25400"/>
                  </a:lnTo>
                  <a:lnTo>
                    <a:pt x="156032" y="25400"/>
                  </a:lnTo>
                  <a:lnTo>
                    <a:pt x="174790" y="38100"/>
                  </a:lnTo>
                  <a:lnTo>
                    <a:pt x="188836" y="38100"/>
                  </a:lnTo>
                  <a:lnTo>
                    <a:pt x="196126" y="50800"/>
                  </a:lnTo>
                  <a:lnTo>
                    <a:pt x="203631" y="76200"/>
                  </a:lnTo>
                  <a:lnTo>
                    <a:pt x="210591" y="88900"/>
                  </a:lnTo>
                  <a:lnTo>
                    <a:pt x="219379" y="88900"/>
                  </a:lnTo>
                  <a:close/>
                </a:path>
                <a:path w="891539" h="2374900">
                  <a:moveTo>
                    <a:pt x="264871" y="49136"/>
                  </a:moveTo>
                  <a:lnTo>
                    <a:pt x="245160" y="63500"/>
                  </a:lnTo>
                  <a:lnTo>
                    <a:pt x="229641" y="76200"/>
                  </a:lnTo>
                  <a:lnTo>
                    <a:pt x="219379" y="88900"/>
                  </a:lnTo>
                  <a:lnTo>
                    <a:pt x="222161" y="88900"/>
                  </a:lnTo>
                  <a:lnTo>
                    <a:pt x="232600" y="76200"/>
                  </a:lnTo>
                  <a:lnTo>
                    <a:pt x="247319" y="63500"/>
                  </a:lnTo>
                  <a:lnTo>
                    <a:pt x="264871" y="49136"/>
                  </a:lnTo>
                  <a:close/>
                </a:path>
                <a:path w="891539" h="2374900">
                  <a:moveTo>
                    <a:pt x="285800" y="63500"/>
                  </a:moveTo>
                  <a:lnTo>
                    <a:pt x="284048" y="50800"/>
                  </a:lnTo>
                  <a:lnTo>
                    <a:pt x="275691" y="50800"/>
                  </a:lnTo>
                  <a:lnTo>
                    <a:pt x="278498" y="63500"/>
                  </a:lnTo>
                  <a:lnTo>
                    <a:pt x="279920" y="63500"/>
                  </a:lnTo>
                  <a:lnTo>
                    <a:pt x="278282" y="88900"/>
                  </a:lnTo>
                  <a:lnTo>
                    <a:pt x="271907" y="114300"/>
                  </a:lnTo>
                  <a:lnTo>
                    <a:pt x="278079" y="114300"/>
                  </a:lnTo>
                  <a:lnTo>
                    <a:pt x="283806" y="88900"/>
                  </a:lnTo>
                  <a:lnTo>
                    <a:pt x="285800" y="63500"/>
                  </a:lnTo>
                  <a:close/>
                </a:path>
                <a:path w="891539" h="2374900">
                  <a:moveTo>
                    <a:pt x="546049" y="1041400"/>
                  </a:moveTo>
                  <a:lnTo>
                    <a:pt x="528650" y="1041400"/>
                  </a:lnTo>
                  <a:lnTo>
                    <a:pt x="529856" y="1054100"/>
                  </a:lnTo>
                  <a:lnTo>
                    <a:pt x="531939" y="1054100"/>
                  </a:lnTo>
                  <a:lnTo>
                    <a:pt x="546049" y="1041400"/>
                  </a:lnTo>
                  <a:close/>
                </a:path>
                <a:path w="891539" h="2374900">
                  <a:moveTo>
                    <a:pt x="603605" y="469900"/>
                  </a:moveTo>
                  <a:lnTo>
                    <a:pt x="453047" y="469900"/>
                  </a:lnTo>
                  <a:lnTo>
                    <a:pt x="451573" y="457200"/>
                  </a:lnTo>
                  <a:lnTo>
                    <a:pt x="448259" y="444500"/>
                  </a:lnTo>
                  <a:lnTo>
                    <a:pt x="443560" y="431800"/>
                  </a:lnTo>
                  <a:lnTo>
                    <a:pt x="437972" y="406400"/>
                  </a:lnTo>
                  <a:lnTo>
                    <a:pt x="430644" y="393700"/>
                  </a:lnTo>
                  <a:lnTo>
                    <a:pt x="423976" y="368300"/>
                  </a:lnTo>
                  <a:lnTo>
                    <a:pt x="419125" y="342900"/>
                  </a:lnTo>
                  <a:lnTo>
                    <a:pt x="417283" y="317893"/>
                  </a:lnTo>
                  <a:lnTo>
                    <a:pt x="417258" y="254000"/>
                  </a:lnTo>
                  <a:lnTo>
                    <a:pt x="498919" y="228600"/>
                  </a:lnTo>
                  <a:lnTo>
                    <a:pt x="593763" y="228600"/>
                  </a:lnTo>
                  <a:lnTo>
                    <a:pt x="593763" y="215900"/>
                  </a:lnTo>
                  <a:lnTo>
                    <a:pt x="416102" y="215900"/>
                  </a:lnTo>
                  <a:lnTo>
                    <a:pt x="416102" y="127000"/>
                  </a:lnTo>
                  <a:lnTo>
                    <a:pt x="410159" y="127000"/>
                  </a:lnTo>
                  <a:lnTo>
                    <a:pt x="410159" y="215900"/>
                  </a:lnTo>
                  <a:lnTo>
                    <a:pt x="381000" y="215900"/>
                  </a:lnTo>
                  <a:lnTo>
                    <a:pt x="379920" y="228600"/>
                  </a:lnTo>
                  <a:lnTo>
                    <a:pt x="399097" y="254000"/>
                  </a:lnTo>
                  <a:lnTo>
                    <a:pt x="402551" y="254000"/>
                  </a:lnTo>
                  <a:lnTo>
                    <a:pt x="388112" y="228600"/>
                  </a:lnTo>
                  <a:lnTo>
                    <a:pt x="480352" y="228600"/>
                  </a:lnTo>
                  <a:lnTo>
                    <a:pt x="414388" y="254000"/>
                  </a:lnTo>
                  <a:lnTo>
                    <a:pt x="411314" y="254000"/>
                  </a:lnTo>
                  <a:lnTo>
                    <a:pt x="411340" y="317893"/>
                  </a:lnTo>
                  <a:lnTo>
                    <a:pt x="418122" y="368300"/>
                  </a:lnTo>
                  <a:lnTo>
                    <a:pt x="432320" y="419100"/>
                  </a:lnTo>
                  <a:lnTo>
                    <a:pt x="437654" y="431800"/>
                  </a:lnTo>
                  <a:lnTo>
                    <a:pt x="442252" y="444500"/>
                  </a:lnTo>
                  <a:lnTo>
                    <a:pt x="445579" y="457200"/>
                  </a:lnTo>
                  <a:lnTo>
                    <a:pt x="447090" y="469900"/>
                  </a:lnTo>
                  <a:lnTo>
                    <a:pt x="266509" y="469900"/>
                  </a:lnTo>
                  <a:lnTo>
                    <a:pt x="251193" y="317500"/>
                  </a:lnTo>
                  <a:lnTo>
                    <a:pt x="261493" y="254000"/>
                  </a:lnTo>
                  <a:lnTo>
                    <a:pt x="253072" y="114300"/>
                  </a:lnTo>
                  <a:lnTo>
                    <a:pt x="246913" y="114300"/>
                  </a:lnTo>
                  <a:lnTo>
                    <a:pt x="255524" y="254000"/>
                  </a:lnTo>
                  <a:lnTo>
                    <a:pt x="247256" y="304800"/>
                  </a:lnTo>
                  <a:lnTo>
                    <a:pt x="191033" y="342900"/>
                  </a:lnTo>
                  <a:lnTo>
                    <a:pt x="191414" y="342900"/>
                  </a:lnTo>
                  <a:lnTo>
                    <a:pt x="245262" y="317893"/>
                  </a:lnTo>
                  <a:lnTo>
                    <a:pt x="261010" y="469900"/>
                  </a:lnTo>
                  <a:lnTo>
                    <a:pt x="262293" y="482600"/>
                  </a:lnTo>
                  <a:lnTo>
                    <a:pt x="283629" y="482600"/>
                  </a:lnTo>
                  <a:lnTo>
                    <a:pt x="331495" y="622300"/>
                  </a:lnTo>
                  <a:lnTo>
                    <a:pt x="315379" y="622300"/>
                  </a:lnTo>
                  <a:lnTo>
                    <a:pt x="309676" y="698500"/>
                  </a:lnTo>
                  <a:lnTo>
                    <a:pt x="315607" y="698500"/>
                  </a:lnTo>
                  <a:lnTo>
                    <a:pt x="320941" y="635000"/>
                  </a:lnTo>
                  <a:lnTo>
                    <a:pt x="338696" y="635000"/>
                  </a:lnTo>
                  <a:lnTo>
                    <a:pt x="289877" y="482600"/>
                  </a:lnTo>
                  <a:lnTo>
                    <a:pt x="602272" y="482600"/>
                  </a:lnTo>
                  <a:lnTo>
                    <a:pt x="603605" y="469900"/>
                  </a:lnTo>
                  <a:close/>
                </a:path>
                <a:path w="891539" h="2374900">
                  <a:moveTo>
                    <a:pt x="632371" y="1003300"/>
                  </a:moveTo>
                  <a:lnTo>
                    <a:pt x="632256" y="990600"/>
                  </a:lnTo>
                  <a:lnTo>
                    <a:pt x="470014" y="990600"/>
                  </a:lnTo>
                  <a:lnTo>
                    <a:pt x="464439" y="977900"/>
                  </a:lnTo>
                  <a:lnTo>
                    <a:pt x="430517" y="927100"/>
                  </a:lnTo>
                  <a:lnTo>
                    <a:pt x="345706" y="800100"/>
                  </a:lnTo>
                  <a:lnTo>
                    <a:pt x="285483" y="698500"/>
                  </a:lnTo>
                  <a:lnTo>
                    <a:pt x="281495" y="698500"/>
                  </a:lnTo>
                  <a:lnTo>
                    <a:pt x="103378" y="419100"/>
                  </a:lnTo>
                  <a:lnTo>
                    <a:pt x="98767" y="419100"/>
                  </a:lnTo>
                  <a:lnTo>
                    <a:pt x="98386" y="431800"/>
                  </a:lnTo>
                  <a:lnTo>
                    <a:pt x="342265" y="800100"/>
                  </a:lnTo>
                  <a:lnTo>
                    <a:pt x="418706" y="927100"/>
                  </a:lnTo>
                  <a:lnTo>
                    <a:pt x="296519" y="1028700"/>
                  </a:lnTo>
                  <a:lnTo>
                    <a:pt x="301066" y="1028700"/>
                  </a:lnTo>
                  <a:lnTo>
                    <a:pt x="421982" y="927100"/>
                  </a:lnTo>
                  <a:lnTo>
                    <a:pt x="466458" y="990600"/>
                  </a:lnTo>
                  <a:lnTo>
                    <a:pt x="468388" y="990600"/>
                  </a:lnTo>
                  <a:lnTo>
                    <a:pt x="468388" y="1003300"/>
                  </a:lnTo>
                  <a:lnTo>
                    <a:pt x="596785" y="1003300"/>
                  </a:lnTo>
                  <a:lnTo>
                    <a:pt x="590029" y="1016000"/>
                  </a:lnTo>
                  <a:lnTo>
                    <a:pt x="573227" y="1028700"/>
                  </a:lnTo>
                  <a:lnTo>
                    <a:pt x="551624" y="1041400"/>
                  </a:lnTo>
                  <a:lnTo>
                    <a:pt x="570039" y="1041400"/>
                  </a:lnTo>
                  <a:lnTo>
                    <a:pt x="592683" y="1016000"/>
                  </a:lnTo>
                  <a:lnTo>
                    <a:pt x="602729" y="1003300"/>
                  </a:lnTo>
                  <a:lnTo>
                    <a:pt x="626516" y="1003300"/>
                  </a:lnTo>
                  <a:lnTo>
                    <a:pt x="615924" y="1016000"/>
                  </a:lnTo>
                  <a:lnTo>
                    <a:pt x="587781" y="1041400"/>
                  </a:lnTo>
                  <a:lnTo>
                    <a:pt x="547497" y="1054100"/>
                  </a:lnTo>
                  <a:lnTo>
                    <a:pt x="500507" y="1066800"/>
                  </a:lnTo>
                  <a:lnTo>
                    <a:pt x="548487" y="1066800"/>
                  </a:lnTo>
                  <a:lnTo>
                    <a:pt x="590816" y="1041400"/>
                  </a:lnTo>
                  <a:lnTo>
                    <a:pt x="620979" y="1016000"/>
                  </a:lnTo>
                  <a:lnTo>
                    <a:pt x="632371" y="1003300"/>
                  </a:lnTo>
                  <a:close/>
                </a:path>
                <a:path w="891539" h="2374900">
                  <a:moveTo>
                    <a:pt x="635431" y="2311400"/>
                  </a:moveTo>
                  <a:lnTo>
                    <a:pt x="489445" y="1752600"/>
                  </a:lnTo>
                  <a:lnTo>
                    <a:pt x="501637" y="1739900"/>
                  </a:lnTo>
                  <a:lnTo>
                    <a:pt x="518756" y="1714500"/>
                  </a:lnTo>
                  <a:lnTo>
                    <a:pt x="533196" y="1676400"/>
                  </a:lnTo>
                  <a:lnTo>
                    <a:pt x="537349" y="1612900"/>
                  </a:lnTo>
                  <a:lnTo>
                    <a:pt x="523646" y="1524000"/>
                  </a:lnTo>
                  <a:lnTo>
                    <a:pt x="517105" y="1498600"/>
                  </a:lnTo>
                  <a:lnTo>
                    <a:pt x="507834" y="1460500"/>
                  </a:lnTo>
                  <a:lnTo>
                    <a:pt x="496290" y="1422400"/>
                  </a:lnTo>
                  <a:lnTo>
                    <a:pt x="482955" y="1371600"/>
                  </a:lnTo>
                  <a:lnTo>
                    <a:pt x="468299" y="1320800"/>
                  </a:lnTo>
                  <a:lnTo>
                    <a:pt x="452793" y="1270000"/>
                  </a:lnTo>
                  <a:lnTo>
                    <a:pt x="436892" y="1219200"/>
                  </a:lnTo>
                  <a:lnTo>
                    <a:pt x="421081" y="1155700"/>
                  </a:lnTo>
                  <a:lnTo>
                    <a:pt x="405828" y="1104900"/>
                  </a:lnTo>
                  <a:lnTo>
                    <a:pt x="391591" y="1054100"/>
                  </a:lnTo>
                  <a:lnTo>
                    <a:pt x="414401" y="1066800"/>
                  </a:lnTo>
                  <a:lnTo>
                    <a:pt x="469252" y="1066800"/>
                  </a:lnTo>
                  <a:lnTo>
                    <a:pt x="438746" y="1054100"/>
                  </a:lnTo>
                  <a:lnTo>
                    <a:pt x="411086" y="1054100"/>
                  </a:lnTo>
                  <a:lnTo>
                    <a:pt x="388429" y="1041400"/>
                  </a:lnTo>
                  <a:lnTo>
                    <a:pt x="387197" y="1054100"/>
                  </a:lnTo>
                  <a:lnTo>
                    <a:pt x="384670" y="1054100"/>
                  </a:lnTo>
                  <a:lnTo>
                    <a:pt x="398919" y="1104900"/>
                  </a:lnTo>
                  <a:lnTo>
                    <a:pt x="414248" y="1155700"/>
                  </a:lnTo>
                  <a:lnTo>
                    <a:pt x="430174" y="1206500"/>
                  </a:lnTo>
                  <a:lnTo>
                    <a:pt x="446214" y="1270000"/>
                  </a:lnTo>
                  <a:lnTo>
                    <a:pt x="461886" y="1320800"/>
                  </a:lnTo>
                  <a:lnTo>
                    <a:pt x="476707" y="1371600"/>
                  </a:lnTo>
                  <a:lnTo>
                    <a:pt x="490207" y="1422400"/>
                  </a:lnTo>
                  <a:lnTo>
                    <a:pt x="501878" y="1460500"/>
                  </a:lnTo>
                  <a:lnTo>
                    <a:pt x="511263" y="1498600"/>
                  </a:lnTo>
                  <a:lnTo>
                    <a:pt x="517867" y="1524000"/>
                  </a:lnTo>
                  <a:lnTo>
                    <a:pt x="530948" y="1600200"/>
                  </a:lnTo>
                  <a:lnTo>
                    <a:pt x="528180" y="1663700"/>
                  </a:lnTo>
                  <a:lnTo>
                    <a:pt x="515899" y="1714500"/>
                  </a:lnTo>
                  <a:lnTo>
                    <a:pt x="500380" y="1739900"/>
                  </a:lnTo>
                  <a:lnTo>
                    <a:pt x="487934" y="1752600"/>
                  </a:lnTo>
                  <a:lnTo>
                    <a:pt x="345440" y="1104900"/>
                  </a:lnTo>
                  <a:lnTo>
                    <a:pt x="339610" y="1104900"/>
                  </a:lnTo>
                  <a:lnTo>
                    <a:pt x="482701" y="1752600"/>
                  </a:lnTo>
                  <a:lnTo>
                    <a:pt x="628319" y="2298700"/>
                  </a:lnTo>
                  <a:lnTo>
                    <a:pt x="467004" y="2362200"/>
                  </a:lnTo>
                  <a:lnTo>
                    <a:pt x="331609" y="1981200"/>
                  </a:lnTo>
                  <a:lnTo>
                    <a:pt x="327101" y="1968500"/>
                  </a:lnTo>
                  <a:lnTo>
                    <a:pt x="232473" y="1714500"/>
                  </a:lnTo>
                  <a:lnTo>
                    <a:pt x="206451" y="1638300"/>
                  </a:lnTo>
                  <a:lnTo>
                    <a:pt x="188823" y="1600200"/>
                  </a:lnTo>
                  <a:lnTo>
                    <a:pt x="167716" y="1536700"/>
                  </a:lnTo>
                  <a:lnTo>
                    <a:pt x="143789" y="1473200"/>
                  </a:lnTo>
                  <a:lnTo>
                    <a:pt x="117716" y="1409700"/>
                  </a:lnTo>
                  <a:lnTo>
                    <a:pt x="90131" y="1333500"/>
                  </a:lnTo>
                  <a:lnTo>
                    <a:pt x="61722" y="1257300"/>
                  </a:lnTo>
                  <a:lnTo>
                    <a:pt x="37084" y="1181100"/>
                  </a:lnTo>
                  <a:lnTo>
                    <a:pt x="22072" y="1104900"/>
                  </a:lnTo>
                  <a:lnTo>
                    <a:pt x="14846" y="1041400"/>
                  </a:lnTo>
                  <a:lnTo>
                    <a:pt x="13512" y="990600"/>
                  </a:lnTo>
                  <a:lnTo>
                    <a:pt x="16217" y="939800"/>
                  </a:lnTo>
                  <a:lnTo>
                    <a:pt x="21094" y="901700"/>
                  </a:lnTo>
                  <a:lnTo>
                    <a:pt x="26263" y="876300"/>
                  </a:lnTo>
                  <a:lnTo>
                    <a:pt x="29870" y="863600"/>
                  </a:lnTo>
                  <a:lnTo>
                    <a:pt x="24879" y="863600"/>
                  </a:lnTo>
                  <a:lnTo>
                    <a:pt x="22529" y="876300"/>
                  </a:lnTo>
                  <a:lnTo>
                    <a:pt x="17411" y="889000"/>
                  </a:lnTo>
                  <a:lnTo>
                    <a:pt x="11811" y="927100"/>
                  </a:lnTo>
                  <a:lnTo>
                    <a:pt x="8001" y="977900"/>
                  </a:lnTo>
                  <a:lnTo>
                    <a:pt x="8115" y="1003300"/>
                  </a:lnTo>
                  <a:lnTo>
                    <a:pt x="8242" y="1028700"/>
                  </a:lnTo>
                  <a:lnTo>
                    <a:pt x="14833" y="1104900"/>
                  </a:lnTo>
                  <a:lnTo>
                    <a:pt x="30048" y="1181100"/>
                  </a:lnTo>
                  <a:lnTo>
                    <a:pt x="56146" y="1257300"/>
                  </a:lnTo>
                  <a:lnTo>
                    <a:pt x="83312" y="1333500"/>
                  </a:lnTo>
                  <a:lnTo>
                    <a:pt x="109728" y="1397000"/>
                  </a:lnTo>
                  <a:lnTo>
                    <a:pt x="134835" y="1473200"/>
                  </a:lnTo>
                  <a:lnTo>
                    <a:pt x="158064" y="1524000"/>
                  </a:lnTo>
                  <a:lnTo>
                    <a:pt x="178828" y="1587500"/>
                  </a:lnTo>
                  <a:lnTo>
                    <a:pt x="210654" y="1663700"/>
                  </a:lnTo>
                  <a:lnTo>
                    <a:pt x="225717" y="1714500"/>
                  </a:lnTo>
                  <a:lnTo>
                    <a:pt x="219278" y="1714500"/>
                  </a:lnTo>
                  <a:lnTo>
                    <a:pt x="207810" y="1739290"/>
                  </a:lnTo>
                  <a:lnTo>
                    <a:pt x="219976" y="1727200"/>
                  </a:lnTo>
                  <a:lnTo>
                    <a:pt x="228180" y="1714500"/>
                  </a:lnTo>
                  <a:lnTo>
                    <a:pt x="322986" y="1968500"/>
                  </a:lnTo>
                  <a:lnTo>
                    <a:pt x="129133" y="2259546"/>
                  </a:lnTo>
                  <a:lnTo>
                    <a:pt x="325450" y="1981200"/>
                  </a:lnTo>
                  <a:lnTo>
                    <a:pt x="463410" y="2374900"/>
                  </a:lnTo>
                  <a:lnTo>
                    <a:pt x="497814" y="2362200"/>
                  </a:lnTo>
                  <a:lnTo>
                    <a:pt x="635431" y="2311400"/>
                  </a:lnTo>
                  <a:close/>
                </a:path>
                <a:path w="891539" h="2374900">
                  <a:moveTo>
                    <a:pt x="791121" y="838200"/>
                  </a:moveTo>
                  <a:lnTo>
                    <a:pt x="643826" y="838200"/>
                  </a:lnTo>
                  <a:lnTo>
                    <a:pt x="643826" y="850900"/>
                  </a:lnTo>
                  <a:lnTo>
                    <a:pt x="568286" y="876300"/>
                  </a:lnTo>
                  <a:lnTo>
                    <a:pt x="501472" y="850900"/>
                  </a:lnTo>
                  <a:lnTo>
                    <a:pt x="643826" y="850900"/>
                  </a:lnTo>
                  <a:lnTo>
                    <a:pt x="643826" y="838200"/>
                  </a:lnTo>
                  <a:lnTo>
                    <a:pt x="485762" y="838200"/>
                  </a:lnTo>
                  <a:lnTo>
                    <a:pt x="485165" y="850900"/>
                  </a:lnTo>
                  <a:lnTo>
                    <a:pt x="485825" y="850900"/>
                  </a:lnTo>
                  <a:lnTo>
                    <a:pt x="567347" y="889000"/>
                  </a:lnTo>
                  <a:lnTo>
                    <a:pt x="569010" y="889000"/>
                  </a:lnTo>
                  <a:lnTo>
                    <a:pt x="599033" y="876300"/>
                  </a:lnTo>
                  <a:lnTo>
                    <a:pt x="659104" y="850900"/>
                  </a:lnTo>
                  <a:lnTo>
                    <a:pt x="791121" y="850900"/>
                  </a:lnTo>
                  <a:lnTo>
                    <a:pt x="791121" y="838200"/>
                  </a:lnTo>
                  <a:close/>
                </a:path>
                <a:path w="891539" h="2374900">
                  <a:moveTo>
                    <a:pt x="799198" y="292100"/>
                  </a:moveTo>
                  <a:lnTo>
                    <a:pt x="798855" y="266700"/>
                  </a:lnTo>
                  <a:lnTo>
                    <a:pt x="798042" y="254000"/>
                  </a:lnTo>
                  <a:lnTo>
                    <a:pt x="797052" y="241300"/>
                  </a:lnTo>
                  <a:lnTo>
                    <a:pt x="796175" y="228600"/>
                  </a:lnTo>
                  <a:lnTo>
                    <a:pt x="790384" y="228600"/>
                  </a:lnTo>
                  <a:lnTo>
                    <a:pt x="791552" y="241300"/>
                  </a:lnTo>
                  <a:lnTo>
                    <a:pt x="792721" y="266700"/>
                  </a:lnTo>
                  <a:lnTo>
                    <a:pt x="793254" y="292100"/>
                  </a:lnTo>
                  <a:lnTo>
                    <a:pt x="790371" y="317500"/>
                  </a:lnTo>
                  <a:lnTo>
                    <a:pt x="784021" y="330200"/>
                  </a:lnTo>
                  <a:lnTo>
                    <a:pt x="777633" y="342900"/>
                  </a:lnTo>
                  <a:lnTo>
                    <a:pt x="774649" y="355600"/>
                  </a:lnTo>
                  <a:lnTo>
                    <a:pt x="773582" y="355600"/>
                  </a:lnTo>
                  <a:lnTo>
                    <a:pt x="773582" y="368300"/>
                  </a:lnTo>
                  <a:lnTo>
                    <a:pt x="468591" y="368300"/>
                  </a:lnTo>
                  <a:lnTo>
                    <a:pt x="468591" y="381000"/>
                  </a:lnTo>
                  <a:lnTo>
                    <a:pt x="791946" y="381000"/>
                  </a:lnTo>
                  <a:lnTo>
                    <a:pt x="785012" y="368300"/>
                  </a:lnTo>
                  <a:lnTo>
                    <a:pt x="779526" y="368300"/>
                  </a:lnTo>
                  <a:lnTo>
                    <a:pt x="779526" y="355600"/>
                  </a:lnTo>
                  <a:lnTo>
                    <a:pt x="784415" y="342900"/>
                  </a:lnTo>
                  <a:lnTo>
                    <a:pt x="790981" y="330200"/>
                  </a:lnTo>
                  <a:lnTo>
                    <a:pt x="796734" y="317500"/>
                  </a:lnTo>
                  <a:lnTo>
                    <a:pt x="799198" y="292100"/>
                  </a:lnTo>
                  <a:close/>
                </a:path>
                <a:path w="891539" h="2374900">
                  <a:moveTo>
                    <a:pt x="807643" y="674052"/>
                  </a:moveTo>
                  <a:lnTo>
                    <a:pt x="703719" y="622300"/>
                  </a:lnTo>
                  <a:lnTo>
                    <a:pt x="690410" y="622300"/>
                  </a:lnTo>
                  <a:lnTo>
                    <a:pt x="807643" y="674052"/>
                  </a:lnTo>
                  <a:close/>
                </a:path>
                <a:path w="891539" h="2374900">
                  <a:moveTo>
                    <a:pt x="814628" y="190500"/>
                  </a:moveTo>
                  <a:lnTo>
                    <a:pt x="814006" y="152400"/>
                  </a:lnTo>
                  <a:lnTo>
                    <a:pt x="809967" y="127000"/>
                  </a:lnTo>
                  <a:lnTo>
                    <a:pt x="807224" y="114300"/>
                  </a:lnTo>
                  <a:lnTo>
                    <a:pt x="802017" y="114300"/>
                  </a:lnTo>
                  <a:lnTo>
                    <a:pt x="805167" y="127000"/>
                  </a:lnTo>
                  <a:lnTo>
                    <a:pt x="808393" y="165100"/>
                  </a:lnTo>
                  <a:lnTo>
                    <a:pt x="808482" y="190500"/>
                  </a:lnTo>
                  <a:lnTo>
                    <a:pt x="802182" y="228600"/>
                  </a:lnTo>
                  <a:lnTo>
                    <a:pt x="807161" y="228600"/>
                  </a:lnTo>
                  <a:lnTo>
                    <a:pt x="814628" y="190500"/>
                  </a:lnTo>
                  <a:close/>
                </a:path>
                <a:path w="891539" h="2374900">
                  <a:moveTo>
                    <a:pt x="849185" y="622300"/>
                  </a:moveTo>
                  <a:lnTo>
                    <a:pt x="839952" y="622300"/>
                  </a:lnTo>
                  <a:lnTo>
                    <a:pt x="805789" y="672998"/>
                  </a:lnTo>
                  <a:lnTo>
                    <a:pt x="808507" y="672998"/>
                  </a:lnTo>
                  <a:lnTo>
                    <a:pt x="849185" y="622300"/>
                  </a:lnTo>
                  <a:close/>
                </a:path>
                <a:path w="891539" h="2374900">
                  <a:moveTo>
                    <a:pt x="870978" y="838200"/>
                  </a:moveTo>
                  <a:lnTo>
                    <a:pt x="851293" y="838200"/>
                  </a:lnTo>
                  <a:lnTo>
                    <a:pt x="851293" y="698500"/>
                  </a:lnTo>
                  <a:lnTo>
                    <a:pt x="845362" y="698500"/>
                  </a:lnTo>
                  <a:lnTo>
                    <a:pt x="845362" y="850900"/>
                  </a:lnTo>
                  <a:lnTo>
                    <a:pt x="865009" y="850900"/>
                  </a:lnTo>
                  <a:lnTo>
                    <a:pt x="865009" y="990600"/>
                  </a:lnTo>
                  <a:lnTo>
                    <a:pt x="632256" y="990600"/>
                  </a:lnTo>
                  <a:lnTo>
                    <a:pt x="867994" y="1003300"/>
                  </a:lnTo>
                  <a:lnTo>
                    <a:pt x="868781" y="1003300"/>
                  </a:lnTo>
                  <a:lnTo>
                    <a:pt x="869530" y="990600"/>
                  </a:lnTo>
                  <a:lnTo>
                    <a:pt x="870978" y="990600"/>
                  </a:lnTo>
                  <a:lnTo>
                    <a:pt x="870978" y="838200"/>
                  </a:lnTo>
                  <a:close/>
                </a:path>
                <a:path w="891539" h="2374900">
                  <a:moveTo>
                    <a:pt x="878636" y="711200"/>
                  </a:moveTo>
                  <a:lnTo>
                    <a:pt x="867486" y="698500"/>
                  </a:lnTo>
                  <a:lnTo>
                    <a:pt x="851293" y="698500"/>
                  </a:lnTo>
                  <a:lnTo>
                    <a:pt x="859167" y="711200"/>
                  </a:lnTo>
                  <a:lnTo>
                    <a:pt x="878636" y="711200"/>
                  </a:lnTo>
                  <a:close/>
                </a:path>
                <a:path w="891539" h="2374900">
                  <a:moveTo>
                    <a:pt x="891184" y="622300"/>
                  </a:moveTo>
                  <a:lnTo>
                    <a:pt x="888415" y="609600"/>
                  </a:lnTo>
                  <a:lnTo>
                    <a:pt x="874077" y="558800"/>
                  </a:lnTo>
                  <a:lnTo>
                    <a:pt x="854646" y="520700"/>
                  </a:lnTo>
                  <a:lnTo>
                    <a:pt x="837196" y="495300"/>
                  </a:lnTo>
                  <a:lnTo>
                    <a:pt x="828319" y="469900"/>
                  </a:lnTo>
                  <a:lnTo>
                    <a:pt x="802817" y="469900"/>
                  </a:lnTo>
                  <a:lnTo>
                    <a:pt x="803503" y="457200"/>
                  </a:lnTo>
                  <a:lnTo>
                    <a:pt x="804125" y="431800"/>
                  </a:lnTo>
                  <a:lnTo>
                    <a:pt x="804049" y="406400"/>
                  </a:lnTo>
                  <a:lnTo>
                    <a:pt x="802589" y="393700"/>
                  </a:lnTo>
                  <a:lnTo>
                    <a:pt x="798436" y="381000"/>
                  </a:lnTo>
                  <a:lnTo>
                    <a:pt x="792734" y="381000"/>
                  </a:lnTo>
                  <a:lnTo>
                    <a:pt x="796810" y="393700"/>
                  </a:lnTo>
                  <a:lnTo>
                    <a:pt x="798093" y="406400"/>
                  </a:lnTo>
                  <a:lnTo>
                    <a:pt x="798156" y="419100"/>
                  </a:lnTo>
                  <a:lnTo>
                    <a:pt x="798220" y="431800"/>
                  </a:lnTo>
                  <a:lnTo>
                    <a:pt x="797636" y="457200"/>
                  </a:lnTo>
                  <a:lnTo>
                    <a:pt x="796696" y="482600"/>
                  </a:lnTo>
                  <a:lnTo>
                    <a:pt x="824674" y="482600"/>
                  </a:lnTo>
                  <a:lnTo>
                    <a:pt x="834834" y="495300"/>
                  </a:lnTo>
                  <a:lnTo>
                    <a:pt x="851789" y="533400"/>
                  </a:lnTo>
                  <a:lnTo>
                    <a:pt x="869670" y="571500"/>
                  </a:lnTo>
                  <a:lnTo>
                    <a:pt x="882611" y="609600"/>
                  </a:lnTo>
                  <a:lnTo>
                    <a:pt x="888098" y="635000"/>
                  </a:lnTo>
                  <a:lnTo>
                    <a:pt x="889660" y="672998"/>
                  </a:lnTo>
                  <a:lnTo>
                    <a:pt x="889635" y="674052"/>
                  </a:lnTo>
                  <a:lnTo>
                    <a:pt x="888936" y="698500"/>
                  </a:lnTo>
                  <a:lnTo>
                    <a:pt x="887552" y="711200"/>
                  </a:lnTo>
                  <a:lnTo>
                    <a:pt x="879360" y="711200"/>
                  </a:lnTo>
                  <a:lnTo>
                    <a:pt x="888517" y="723900"/>
                  </a:lnTo>
                  <a:lnTo>
                    <a:pt x="891184" y="723900"/>
                  </a:lnTo>
                  <a:lnTo>
                    <a:pt x="891184" y="62230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48857" y="3378949"/>
            <a:ext cx="1330108" cy="262017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140430" y="3383351"/>
            <a:ext cx="944880" cy="2658110"/>
            <a:chOff x="1140430" y="3383351"/>
            <a:chExt cx="944880" cy="2658110"/>
          </a:xfrm>
        </p:grpSpPr>
        <p:sp>
          <p:nvSpPr>
            <p:cNvPr id="11" name="object 11"/>
            <p:cNvSpPr/>
            <p:nvPr/>
          </p:nvSpPr>
          <p:spPr>
            <a:xfrm>
              <a:off x="1245291" y="3383351"/>
              <a:ext cx="718185" cy="2658110"/>
            </a:xfrm>
            <a:custGeom>
              <a:avLst/>
              <a:gdLst/>
              <a:ahLst/>
              <a:cxnLst/>
              <a:rect l="l" t="t" r="r" b="b"/>
              <a:pathLst>
                <a:path w="718185" h="2658110">
                  <a:moveTo>
                    <a:pt x="182479" y="249974"/>
                  </a:moveTo>
                  <a:lnTo>
                    <a:pt x="181078" y="238387"/>
                  </a:lnTo>
                  <a:lnTo>
                    <a:pt x="177692" y="208699"/>
                  </a:lnTo>
                  <a:lnTo>
                    <a:pt x="173552" y="168517"/>
                  </a:lnTo>
                  <a:lnTo>
                    <a:pt x="169886" y="125450"/>
                  </a:lnTo>
                  <a:lnTo>
                    <a:pt x="169916" y="117890"/>
                  </a:lnTo>
                  <a:lnTo>
                    <a:pt x="170033" y="89173"/>
                  </a:lnTo>
                  <a:lnTo>
                    <a:pt x="177856" y="61467"/>
                  </a:lnTo>
                  <a:lnTo>
                    <a:pt x="195369" y="38151"/>
                  </a:lnTo>
                  <a:lnTo>
                    <a:pt x="224587" y="15041"/>
                  </a:lnTo>
                  <a:lnTo>
                    <a:pt x="260746" y="0"/>
                  </a:lnTo>
                  <a:lnTo>
                    <a:pt x="296858" y="933"/>
                  </a:lnTo>
                  <a:lnTo>
                    <a:pt x="363460" y="34467"/>
                  </a:lnTo>
                  <a:lnTo>
                    <a:pt x="397271" y="87801"/>
                  </a:lnTo>
                  <a:lnTo>
                    <a:pt x="401027" y="117890"/>
                  </a:lnTo>
                  <a:lnTo>
                    <a:pt x="182479" y="249974"/>
                  </a:lnTo>
                  <a:close/>
                </a:path>
                <a:path w="718185" h="2658110">
                  <a:moveTo>
                    <a:pt x="225850" y="2472115"/>
                  </a:moveTo>
                  <a:lnTo>
                    <a:pt x="68558" y="2421697"/>
                  </a:lnTo>
                  <a:lnTo>
                    <a:pt x="0" y="2266418"/>
                  </a:lnTo>
                  <a:lnTo>
                    <a:pt x="56457" y="2175692"/>
                  </a:lnTo>
                  <a:lnTo>
                    <a:pt x="139130" y="2304735"/>
                  </a:lnTo>
                  <a:lnTo>
                    <a:pt x="136044" y="2311698"/>
                  </a:lnTo>
                  <a:lnTo>
                    <a:pt x="131069" y="2330192"/>
                  </a:lnTo>
                  <a:lnTo>
                    <a:pt x="130627" y="2356626"/>
                  </a:lnTo>
                  <a:lnTo>
                    <a:pt x="141143" y="2387407"/>
                  </a:lnTo>
                  <a:lnTo>
                    <a:pt x="151258" y="2392701"/>
                  </a:lnTo>
                  <a:lnTo>
                    <a:pt x="175176" y="2408582"/>
                  </a:lnTo>
                  <a:lnTo>
                    <a:pt x="203254" y="2435052"/>
                  </a:lnTo>
                  <a:lnTo>
                    <a:pt x="225850" y="2472115"/>
                  </a:lnTo>
                  <a:close/>
                </a:path>
                <a:path w="718185" h="2658110">
                  <a:moveTo>
                    <a:pt x="717860" y="2657615"/>
                  </a:moveTo>
                  <a:lnTo>
                    <a:pt x="435552" y="2528572"/>
                  </a:lnTo>
                  <a:lnTo>
                    <a:pt x="401262" y="2391455"/>
                  </a:lnTo>
                  <a:lnTo>
                    <a:pt x="542427" y="2399508"/>
                  </a:lnTo>
                  <a:lnTo>
                    <a:pt x="543875" y="2408299"/>
                  </a:lnTo>
                  <a:lnTo>
                    <a:pt x="550994" y="2430513"/>
                  </a:lnTo>
                  <a:lnTo>
                    <a:pt x="567944" y="2459912"/>
                  </a:lnTo>
                  <a:lnTo>
                    <a:pt x="598884" y="2490256"/>
                  </a:lnTo>
                  <a:lnTo>
                    <a:pt x="641012" y="2524914"/>
                  </a:lnTo>
                  <a:lnTo>
                    <a:pt x="681817" y="2567887"/>
                  </a:lnTo>
                  <a:lnTo>
                    <a:pt x="710899" y="2613884"/>
                  </a:lnTo>
                  <a:lnTo>
                    <a:pt x="717860" y="2657615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0430" y="3485919"/>
              <a:ext cx="944375" cy="232921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028497" y="6456436"/>
            <a:ext cx="1056640" cy="2652395"/>
            <a:chOff x="1028497" y="6456436"/>
            <a:chExt cx="1056640" cy="2652395"/>
          </a:xfrm>
        </p:grpSpPr>
        <p:sp>
          <p:nvSpPr>
            <p:cNvPr id="14" name="object 14"/>
            <p:cNvSpPr/>
            <p:nvPr/>
          </p:nvSpPr>
          <p:spPr>
            <a:xfrm>
              <a:off x="1028497" y="6456436"/>
              <a:ext cx="1056640" cy="2652395"/>
            </a:xfrm>
            <a:custGeom>
              <a:avLst/>
              <a:gdLst/>
              <a:ahLst/>
              <a:cxnLst/>
              <a:rect l="l" t="t" r="r" b="b"/>
              <a:pathLst>
                <a:path w="1056639" h="2652395">
                  <a:moveTo>
                    <a:pt x="617978" y="199708"/>
                  </a:moveTo>
                  <a:lnTo>
                    <a:pt x="648426" y="190564"/>
                  </a:lnTo>
                  <a:lnTo>
                    <a:pt x="714485" y="165290"/>
                  </a:lnTo>
                  <a:lnTo>
                    <a:pt x="778233" y="127126"/>
                  </a:lnTo>
                  <a:lnTo>
                    <a:pt x="801744" y="79309"/>
                  </a:lnTo>
                  <a:lnTo>
                    <a:pt x="784714" y="41795"/>
                  </a:lnTo>
                  <a:lnTo>
                    <a:pt x="753611" y="17107"/>
                  </a:lnTo>
                  <a:lnTo>
                    <a:pt x="714471" y="3692"/>
                  </a:lnTo>
                  <a:lnTo>
                    <a:pt x="673330" y="0"/>
                  </a:lnTo>
                  <a:lnTo>
                    <a:pt x="636222" y="4477"/>
                  </a:lnTo>
                  <a:lnTo>
                    <a:pt x="597621" y="28070"/>
                  </a:lnTo>
                  <a:lnTo>
                    <a:pt x="580955" y="66196"/>
                  </a:lnTo>
                  <a:lnTo>
                    <a:pt x="580241" y="107459"/>
                  </a:lnTo>
                  <a:lnTo>
                    <a:pt x="589494" y="140459"/>
                  </a:lnTo>
                  <a:lnTo>
                    <a:pt x="600839" y="163818"/>
                  </a:lnTo>
                  <a:lnTo>
                    <a:pt x="609865" y="182618"/>
                  </a:lnTo>
                  <a:lnTo>
                    <a:pt x="617978" y="199708"/>
                  </a:lnTo>
                  <a:close/>
                </a:path>
                <a:path w="1056639" h="2652395">
                  <a:moveTo>
                    <a:pt x="195991" y="2597571"/>
                  </a:moveTo>
                  <a:lnTo>
                    <a:pt x="272470" y="2568707"/>
                  </a:lnTo>
                  <a:lnTo>
                    <a:pt x="272470" y="2528187"/>
                  </a:lnTo>
                  <a:lnTo>
                    <a:pt x="151944" y="2480593"/>
                  </a:lnTo>
                  <a:lnTo>
                    <a:pt x="144442" y="2489470"/>
                  </a:lnTo>
                  <a:lnTo>
                    <a:pt x="123832" y="2511735"/>
                  </a:lnTo>
                  <a:lnTo>
                    <a:pt x="92965" y="2540838"/>
                  </a:lnTo>
                  <a:lnTo>
                    <a:pt x="54688" y="2570227"/>
                  </a:lnTo>
                  <a:lnTo>
                    <a:pt x="44463" y="2579349"/>
                  </a:lnTo>
                  <a:lnTo>
                    <a:pt x="195991" y="2579349"/>
                  </a:lnTo>
                  <a:lnTo>
                    <a:pt x="195991" y="2597571"/>
                  </a:lnTo>
                  <a:close/>
                </a:path>
                <a:path w="1056639" h="2652395">
                  <a:moveTo>
                    <a:pt x="0" y="2652281"/>
                  </a:moveTo>
                  <a:lnTo>
                    <a:pt x="195991" y="2579349"/>
                  </a:lnTo>
                  <a:lnTo>
                    <a:pt x="44463" y="2579349"/>
                  </a:lnTo>
                  <a:lnTo>
                    <a:pt x="23071" y="2598432"/>
                  </a:lnTo>
                  <a:lnTo>
                    <a:pt x="6836" y="2624929"/>
                  </a:lnTo>
                  <a:lnTo>
                    <a:pt x="854" y="2644588"/>
                  </a:lnTo>
                  <a:lnTo>
                    <a:pt x="0" y="2652281"/>
                  </a:lnTo>
                  <a:close/>
                </a:path>
                <a:path w="1056639" h="2652395">
                  <a:moveTo>
                    <a:pt x="1056435" y="2605173"/>
                  </a:moveTo>
                  <a:lnTo>
                    <a:pt x="1054346" y="2598652"/>
                  </a:lnTo>
                  <a:lnTo>
                    <a:pt x="1045799" y="2583395"/>
                  </a:lnTo>
                  <a:lnTo>
                    <a:pt x="1027377" y="2565862"/>
                  </a:lnTo>
                  <a:lnTo>
                    <a:pt x="959514" y="2537565"/>
                  </a:lnTo>
                  <a:lnTo>
                    <a:pt x="931346" y="2516542"/>
                  </a:lnTo>
                  <a:lnTo>
                    <a:pt x="913056" y="2497799"/>
                  </a:lnTo>
                  <a:lnTo>
                    <a:pt x="906538" y="2489694"/>
                  </a:lnTo>
                  <a:lnTo>
                    <a:pt x="745978" y="2497295"/>
                  </a:lnTo>
                  <a:lnTo>
                    <a:pt x="745978" y="2572761"/>
                  </a:lnTo>
                  <a:lnTo>
                    <a:pt x="825498" y="2572761"/>
                  </a:lnTo>
                  <a:lnTo>
                    <a:pt x="1056435" y="2605173"/>
                  </a:lnTo>
                  <a:close/>
                </a:path>
                <a:path w="1056639" h="2652395">
                  <a:moveTo>
                    <a:pt x="825498" y="2586950"/>
                  </a:moveTo>
                  <a:lnTo>
                    <a:pt x="825498" y="2572761"/>
                  </a:lnTo>
                  <a:lnTo>
                    <a:pt x="745978" y="2572761"/>
                  </a:lnTo>
                  <a:lnTo>
                    <a:pt x="745978" y="2576308"/>
                  </a:lnTo>
                  <a:lnTo>
                    <a:pt x="825498" y="2586950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7156" y="6526708"/>
              <a:ext cx="855229" cy="2457915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4358" y="6446782"/>
            <a:ext cx="1213652" cy="265250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99813" y="6446029"/>
            <a:ext cx="1624569" cy="265366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1632206" y="3770855"/>
            <a:ext cx="862330" cy="824865"/>
          </a:xfrm>
          <a:custGeom>
            <a:avLst/>
            <a:gdLst/>
            <a:ahLst/>
            <a:cxnLst/>
            <a:rect l="l" t="t" r="r" b="b"/>
            <a:pathLst>
              <a:path w="862329" h="824864">
                <a:moveTo>
                  <a:pt x="666570" y="824843"/>
                </a:moveTo>
                <a:lnTo>
                  <a:pt x="431078" y="667502"/>
                </a:lnTo>
                <a:lnTo>
                  <a:pt x="224797" y="815436"/>
                </a:lnTo>
                <a:lnTo>
                  <a:pt x="210680" y="822507"/>
                </a:lnTo>
                <a:lnTo>
                  <a:pt x="195446" y="824843"/>
                </a:lnTo>
                <a:lnTo>
                  <a:pt x="180231" y="822425"/>
                </a:lnTo>
                <a:lnTo>
                  <a:pt x="166171" y="815233"/>
                </a:lnTo>
                <a:lnTo>
                  <a:pt x="155024" y="804087"/>
                </a:lnTo>
                <a:lnTo>
                  <a:pt x="148025" y="790364"/>
                </a:lnTo>
                <a:lnTo>
                  <a:pt x="145528" y="775167"/>
                </a:lnTo>
                <a:lnTo>
                  <a:pt x="147889" y="759599"/>
                </a:lnTo>
                <a:lnTo>
                  <a:pt x="224822" y="511302"/>
                </a:lnTo>
                <a:lnTo>
                  <a:pt x="20393" y="367248"/>
                </a:lnTo>
                <a:lnTo>
                  <a:pt x="9325" y="356005"/>
                </a:lnTo>
                <a:lnTo>
                  <a:pt x="2411" y="342217"/>
                </a:lnTo>
                <a:lnTo>
                  <a:pt x="0" y="326978"/>
                </a:lnTo>
                <a:lnTo>
                  <a:pt x="2440" y="311386"/>
                </a:lnTo>
                <a:lnTo>
                  <a:pt x="34211" y="279407"/>
                </a:lnTo>
                <a:lnTo>
                  <a:pt x="302948" y="276444"/>
                </a:lnTo>
                <a:lnTo>
                  <a:pt x="383558" y="34308"/>
                </a:lnTo>
                <a:lnTo>
                  <a:pt x="390816" y="20293"/>
                </a:lnTo>
                <a:lnTo>
                  <a:pt x="401774" y="9461"/>
                </a:lnTo>
                <a:lnTo>
                  <a:pt x="415505" y="2475"/>
                </a:lnTo>
                <a:lnTo>
                  <a:pt x="431078" y="0"/>
                </a:lnTo>
                <a:lnTo>
                  <a:pt x="446651" y="2479"/>
                </a:lnTo>
                <a:lnTo>
                  <a:pt x="460384" y="9470"/>
                </a:lnTo>
                <a:lnTo>
                  <a:pt x="471350" y="20303"/>
                </a:lnTo>
                <a:lnTo>
                  <a:pt x="478622" y="34308"/>
                </a:lnTo>
                <a:lnTo>
                  <a:pt x="557864" y="276444"/>
                </a:lnTo>
                <a:lnTo>
                  <a:pt x="812348" y="276824"/>
                </a:lnTo>
                <a:lnTo>
                  <a:pt x="852543" y="297374"/>
                </a:lnTo>
                <a:lnTo>
                  <a:pt x="862145" y="326978"/>
                </a:lnTo>
                <a:lnTo>
                  <a:pt x="859738" y="342217"/>
                </a:lnTo>
                <a:lnTo>
                  <a:pt x="852819" y="356005"/>
                </a:lnTo>
                <a:lnTo>
                  <a:pt x="841737" y="367248"/>
                </a:lnTo>
                <a:lnTo>
                  <a:pt x="637308" y="511302"/>
                </a:lnTo>
                <a:lnTo>
                  <a:pt x="714241" y="759599"/>
                </a:lnTo>
                <a:lnTo>
                  <a:pt x="707113" y="804087"/>
                </a:lnTo>
                <a:lnTo>
                  <a:pt x="674282" y="824248"/>
                </a:lnTo>
                <a:lnTo>
                  <a:pt x="666570" y="824843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9345509" y="3764089"/>
            <a:ext cx="838200" cy="838200"/>
            <a:chOff x="9345509" y="3764089"/>
            <a:chExt cx="838200" cy="838200"/>
          </a:xfrm>
        </p:grpSpPr>
        <p:sp>
          <p:nvSpPr>
            <p:cNvPr id="20" name="object 20"/>
            <p:cNvSpPr/>
            <p:nvPr/>
          </p:nvSpPr>
          <p:spPr>
            <a:xfrm>
              <a:off x="9345509" y="3764089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480731" y="838199"/>
                  </a:moveTo>
                  <a:lnTo>
                    <a:pt x="362082" y="838199"/>
                  </a:lnTo>
                  <a:lnTo>
                    <a:pt x="324782" y="831683"/>
                  </a:lnTo>
                  <a:lnTo>
                    <a:pt x="279284" y="818245"/>
                  </a:lnTo>
                  <a:lnTo>
                    <a:pt x="236083" y="799980"/>
                  </a:lnTo>
                  <a:lnTo>
                    <a:pt x="195496" y="777204"/>
                  </a:lnTo>
                  <a:lnTo>
                    <a:pt x="157839" y="750234"/>
                  </a:lnTo>
                  <a:lnTo>
                    <a:pt x="123428" y="719385"/>
                  </a:lnTo>
                  <a:lnTo>
                    <a:pt x="92579" y="684973"/>
                  </a:lnTo>
                  <a:lnTo>
                    <a:pt x="65608" y="647316"/>
                  </a:lnTo>
                  <a:lnTo>
                    <a:pt x="42832" y="606729"/>
                  </a:lnTo>
                  <a:lnTo>
                    <a:pt x="24567" y="563528"/>
                  </a:lnTo>
                  <a:lnTo>
                    <a:pt x="11129" y="518030"/>
                  </a:lnTo>
                  <a:lnTo>
                    <a:pt x="2834" y="470551"/>
                  </a:lnTo>
                  <a:lnTo>
                    <a:pt x="0" y="421406"/>
                  </a:lnTo>
                  <a:lnTo>
                    <a:pt x="2834" y="372262"/>
                  </a:lnTo>
                  <a:lnTo>
                    <a:pt x="11129" y="324782"/>
                  </a:lnTo>
                  <a:lnTo>
                    <a:pt x="24567" y="279284"/>
                  </a:lnTo>
                  <a:lnTo>
                    <a:pt x="42832" y="236083"/>
                  </a:lnTo>
                  <a:lnTo>
                    <a:pt x="65608" y="195496"/>
                  </a:lnTo>
                  <a:lnTo>
                    <a:pt x="92579" y="157839"/>
                  </a:lnTo>
                  <a:lnTo>
                    <a:pt x="123428" y="123428"/>
                  </a:lnTo>
                  <a:lnTo>
                    <a:pt x="157839" y="92579"/>
                  </a:lnTo>
                  <a:lnTo>
                    <a:pt x="195496" y="65608"/>
                  </a:lnTo>
                  <a:lnTo>
                    <a:pt x="236083" y="42832"/>
                  </a:lnTo>
                  <a:lnTo>
                    <a:pt x="279284" y="24567"/>
                  </a:lnTo>
                  <a:lnTo>
                    <a:pt x="324782" y="11129"/>
                  </a:lnTo>
                  <a:lnTo>
                    <a:pt x="372262" y="2835"/>
                  </a:lnTo>
                  <a:lnTo>
                    <a:pt x="421406" y="0"/>
                  </a:lnTo>
                  <a:lnTo>
                    <a:pt x="470551" y="2835"/>
                  </a:lnTo>
                  <a:lnTo>
                    <a:pt x="518030" y="11129"/>
                  </a:lnTo>
                  <a:lnTo>
                    <a:pt x="563528" y="24567"/>
                  </a:lnTo>
                  <a:lnTo>
                    <a:pt x="606729" y="42832"/>
                  </a:lnTo>
                  <a:lnTo>
                    <a:pt x="647316" y="65608"/>
                  </a:lnTo>
                  <a:lnTo>
                    <a:pt x="684973" y="92579"/>
                  </a:lnTo>
                  <a:lnTo>
                    <a:pt x="719385" y="123428"/>
                  </a:lnTo>
                  <a:lnTo>
                    <a:pt x="750234" y="157839"/>
                  </a:lnTo>
                  <a:lnTo>
                    <a:pt x="777204" y="195496"/>
                  </a:lnTo>
                  <a:lnTo>
                    <a:pt x="799980" y="236083"/>
                  </a:lnTo>
                  <a:lnTo>
                    <a:pt x="818245" y="279284"/>
                  </a:lnTo>
                  <a:lnTo>
                    <a:pt x="831683" y="324782"/>
                  </a:lnTo>
                  <a:lnTo>
                    <a:pt x="838199" y="362082"/>
                  </a:lnTo>
                  <a:lnTo>
                    <a:pt x="838199" y="480730"/>
                  </a:lnTo>
                  <a:lnTo>
                    <a:pt x="818245" y="563528"/>
                  </a:lnTo>
                  <a:lnTo>
                    <a:pt x="799980" y="606729"/>
                  </a:lnTo>
                  <a:lnTo>
                    <a:pt x="777204" y="647316"/>
                  </a:lnTo>
                  <a:lnTo>
                    <a:pt x="750234" y="684973"/>
                  </a:lnTo>
                  <a:lnTo>
                    <a:pt x="719385" y="719385"/>
                  </a:lnTo>
                  <a:lnTo>
                    <a:pt x="684973" y="750234"/>
                  </a:lnTo>
                  <a:lnTo>
                    <a:pt x="647316" y="777204"/>
                  </a:lnTo>
                  <a:lnTo>
                    <a:pt x="606729" y="799980"/>
                  </a:lnTo>
                  <a:lnTo>
                    <a:pt x="563528" y="818245"/>
                  </a:lnTo>
                  <a:lnTo>
                    <a:pt x="518030" y="831683"/>
                  </a:lnTo>
                  <a:lnTo>
                    <a:pt x="480731" y="838199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2332" y="4068438"/>
              <a:ext cx="234114" cy="2341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07385" y="4068438"/>
              <a:ext cx="234114" cy="23411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509440" y="4021615"/>
              <a:ext cx="514984" cy="386715"/>
            </a:xfrm>
            <a:custGeom>
              <a:avLst/>
              <a:gdLst/>
              <a:ahLst/>
              <a:cxnLst/>
              <a:rect l="l" t="t" r="r" b="b"/>
              <a:pathLst>
                <a:path w="514984" h="386714">
                  <a:moveTo>
                    <a:pt x="257475" y="386289"/>
                  </a:moveTo>
                  <a:lnTo>
                    <a:pt x="190836" y="377546"/>
                  </a:lnTo>
                  <a:lnTo>
                    <a:pt x="136279" y="355584"/>
                  </a:lnTo>
                  <a:lnTo>
                    <a:pt x="93697" y="326803"/>
                  </a:lnTo>
                  <a:lnTo>
                    <a:pt x="62983" y="297603"/>
                  </a:lnTo>
                  <a:lnTo>
                    <a:pt x="36728" y="263543"/>
                  </a:lnTo>
                  <a:lnTo>
                    <a:pt x="33852" y="258743"/>
                  </a:lnTo>
                  <a:lnTo>
                    <a:pt x="34785" y="252586"/>
                  </a:lnTo>
                  <a:lnTo>
                    <a:pt x="38929" y="248840"/>
                  </a:lnTo>
                  <a:lnTo>
                    <a:pt x="43148" y="245071"/>
                  </a:lnTo>
                  <a:lnTo>
                    <a:pt x="44134" y="245071"/>
                  </a:lnTo>
                  <a:lnTo>
                    <a:pt x="49323" y="244837"/>
                  </a:lnTo>
                  <a:lnTo>
                    <a:pt x="114127" y="282363"/>
                  </a:lnTo>
                  <a:lnTo>
                    <a:pt x="178703" y="305542"/>
                  </a:lnTo>
                  <a:lnTo>
                    <a:pt x="257475" y="316055"/>
                  </a:lnTo>
                  <a:lnTo>
                    <a:pt x="432568" y="316055"/>
                  </a:lnTo>
                  <a:lnTo>
                    <a:pt x="421262" y="326803"/>
                  </a:lnTo>
                  <a:lnTo>
                    <a:pt x="378676" y="355584"/>
                  </a:lnTo>
                  <a:lnTo>
                    <a:pt x="324116" y="377546"/>
                  </a:lnTo>
                  <a:lnTo>
                    <a:pt x="257475" y="386289"/>
                  </a:lnTo>
                  <a:close/>
                </a:path>
                <a:path w="514984" h="386714">
                  <a:moveTo>
                    <a:pt x="432568" y="316055"/>
                  </a:moveTo>
                  <a:lnTo>
                    <a:pt x="257475" y="316055"/>
                  </a:lnTo>
                  <a:lnTo>
                    <a:pt x="336363" y="305542"/>
                  </a:lnTo>
                  <a:lnTo>
                    <a:pt x="400920" y="282363"/>
                  </a:lnTo>
                  <a:lnTo>
                    <a:pt x="444675" y="259056"/>
                  </a:lnTo>
                  <a:lnTo>
                    <a:pt x="461155" y="248161"/>
                  </a:lnTo>
                  <a:lnTo>
                    <a:pt x="465627" y="244837"/>
                  </a:lnTo>
                  <a:lnTo>
                    <a:pt x="471854" y="245071"/>
                  </a:lnTo>
                  <a:lnTo>
                    <a:pt x="480189" y="252586"/>
                  </a:lnTo>
                  <a:lnTo>
                    <a:pt x="481102" y="258743"/>
                  </a:lnTo>
                  <a:lnTo>
                    <a:pt x="478222" y="263543"/>
                  </a:lnTo>
                  <a:lnTo>
                    <a:pt x="470929" y="274383"/>
                  </a:lnTo>
                  <a:lnTo>
                    <a:pt x="451978" y="297603"/>
                  </a:lnTo>
                  <a:lnTo>
                    <a:pt x="432568" y="316055"/>
                  </a:lnTo>
                  <a:close/>
                </a:path>
                <a:path w="514984" h="386714">
                  <a:moveTo>
                    <a:pt x="31993" y="93609"/>
                  </a:moveTo>
                  <a:lnTo>
                    <a:pt x="19660" y="93609"/>
                  </a:lnTo>
                  <a:lnTo>
                    <a:pt x="16243" y="92849"/>
                  </a:lnTo>
                  <a:lnTo>
                    <a:pt x="12895" y="91164"/>
                  </a:lnTo>
                  <a:lnTo>
                    <a:pt x="5568" y="85442"/>
                  </a:lnTo>
                  <a:lnTo>
                    <a:pt x="1157" y="77623"/>
                  </a:lnTo>
                  <a:lnTo>
                    <a:pt x="0" y="68721"/>
                  </a:lnTo>
                  <a:lnTo>
                    <a:pt x="2430" y="59746"/>
                  </a:lnTo>
                  <a:lnTo>
                    <a:pt x="9073" y="49383"/>
                  </a:lnTo>
                  <a:lnTo>
                    <a:pt x="28780" y="28960"/>
                  </a:lnTo>
                  <a:lnTo>
                    <a:pt x="63956" y="8992"/>
                  </a:lnTo>
                  <a:lnTo>
                    <a:pt x="117006" y="0"/>
                  </a:lnTo>
                  <a:lnTo>
                    <a:pt x="170045" y="8992"/>
                  </a:lnTo>
                  <a:lnTo>
                    <a:pt x="205220" y="28960"/>
                  </a:lnTo>
                  <a:lnTo>
                    <a:pt x="222454" y="46822"/>
                  </a:lnTo>
                  <a:lnTo>
                    <a:pt x="117006" y="46822"/>
                  </a:lnTo>
                  <a:lnTo>
                    <a:pt x="82783" y="52070"/>
                  </a:lnTo>
                  <a:lnTo>
                    <a:pt x="60368" y="63638"/>
                  </a:lnTo>
                  <a:lnTo>
                    <a:pt x="48093" y="75267"/>
                  </a:lnTo>
                  <a:lnTo>
                    <a:pt x="44290" y="80699"/>
                  </a:lnTo>
                  <a:lnTo>
                    <a:pt x="40193" y="88916"/>
                  </a:lnTo>
                  <a:lnTo>
                    <a:pt x="31993" y="93609"/>
                  </a:lnTo>
                  <a:close/>
                </a:path>
                <a:path w="514984" h="386714">
                  <a:moveTo>
                    <a:pt x="212197" y="93609"/>
                  </a:moveTo>
                  <a:lnTo>
                    <a:pt x="203362" y="92492"/>
                  </a:lnTo>
                  <a:lnTo>
                    <a:pt x="195586" y="88172"/>
                  </a:lnTo>
                  <a:lnTo>
                    <a:pt x="189839" y="80980"/>
                  </a:lnTo>
                  <a:lnTo>
                    <a:pt x="185544" y="74853"/>
                  </a:lnTo>
                  <a:lnTo>
                    <a:pt x="173071" y="63199"/>
                  </a:lnTo>
                  <a:lnTo>
                    <a:pt x="150774" y="51896"/>
                  </a:lnTo>
                  <a:lnTo>
                    <a:pt x="117006" y="46822"/>
                  </a:lnTo>
                  <a:lnTo>
                    <a:pt x="222454" y="46822"/>
                  </a:lnTo>
                  <a:lnTo>
                    <a:pt x="224923" y="49383"/>
                  </a:lnTo>
                  <a:lnTo>
                    <a:pt x="231567" y="59746"/>
                  </a:lnTo>
                  <a:lnTo>
                    <a:pt x="234006" y="68721"/>
                  </a:lnTo>
                  <a:lnTo>
                    <a:pt x="232858" y="77623"/>
                  </a:lnTo>
                  <a:lnTo>
                    <a:pt x="228458" y="85442"/>
                  </a:lnTo>
                  <a:lnTo>
                    <a:pt x="221147" y="91164"/>
                  </a:lnTo>
                  <a:lnTo>
                    <a:pt x="212197" y="93609"/>
                  </a:lnTo>
                  <a:close/>
                </a:path>
                <a:path w="514984" h="386714">
                  <a:moveTo>
                    <a:pt x="302463" y="93352"/>
                  </a:moveTo>
                  <a:lnTo>
                    <a:pt x="293599" y="90836"/>
                  </a:lnTo>
                  <a:lnTo>
                    <a:pt x="286403" y="85099"/>
                  </a:lnTo>
                  <a:lnTo>
                    <a:pt x="282072" y="77372"/>
                  </a:lnTo>
                  <a:lnTo>
                    <a:pt x="280958" y="68744"/>
                  </a:lnTo>
                  <a:lnTo>
                    <a:pt x="280940" y="68604"/>
                  </a:lnTo>
                  <a:lnTo>
                    <a:pt x="309697" y="28968"/>
                  </a:lnTo>
                  <a:lnTo>
                    <a:pt x="344880" y="8996"/>
                  </a:lnTo>
                  <a:lnTo>
                    <a:pt x="397944" y="0"/>
                  </a:lnTo>
                  <a:lnTo>
                    <a:pt x="451006" y="8996"/>
                  </a:lnTo>
                  <a:lnTo>
                    <a:pt x="486186" y="28968"/>
                  </a:lnTo>
                  <a:lnTo>
                    <a:pt x="503411" y="46822"/>
                  </a:lnTo>
                  <a:lnTo>
                    <a:pt x="397944" y="46822"/>
                  </a:lnTo>
                  <a:lnTo>
                    <a:pt x="363990" y="51964"/>
                  </a:lnTo>
                  <a:lnTo>
                    <a:pt x="341687" y="63357"/>
                  </a:lnTo>
                  <a:lnTo>
                    <a:pt x="329218" y="75080"/>
                  </a:lnTo>
                  <a:lnTo>
                    <a:pt x="325087" y="81003"/>
                  </a:lnTo>
                  <a:lnTo>
                    <a:pt x="319199" y="88113"/>
                  </a:lnTo>
                  <a:lnTo>
                    <a:pt x="311327" y="92337"/>
                  </a:lnTo>
                  <a:lnTo>
                    <a:pt x="302463" y="93352"/>
                  </a:lnTo>
                  <a:close/>
                </a:path>
                <a:path w="514984" h="386714">
                  <a:moveTo>
                    <a:pt x="495125" y="93645"/>
                  </a:moveTo>
                  <a:lnTo>
                    <a:pt x="483021" y="93645"/>
                  </a:lnTo>
                  <a:lnTo>
                    <a:pt x="474757" y="88916"/>
                  </a:lnTo>
                  <a:lnTo>
                    <a:pt x="470637" y="80699"/>
                  </a:lnTo>
                  <a:lnTo>
                    <a:pt x="466691" y="75080"/>
                  </a:lnTo>
                  <a:lnTo>
                    <a:pt x="466600" y="74951"/>
                  </a:lnTo>
                  <a:lnTo>
                    <a:pt x="454254" y="63357"/>
                  </a:lnTo>
                  <a:lnTo>
                    <a:pt x="431927" y="51964"/>
                  </a:lnTo>
                  <a:lnTo>
                    <a:pt x="397944" y="46822"/>
                  </a:lnTo>
                  <a:lnTo>
                    <a:pt x="503411" y="46822"/>
                  </a:lnTo>
                  <a:lnTo>
                    <a:pt x="505890" y="49393"/>
                  </a:lnTo>
                  <a:lnTo>
                    <a:pt x="512528" y="59746"/>
                  </a:lnTo>
                  <a:lnTo>
                    <a:pt x="514936" y="68604"/>
                  </a:lnTo>
                  <a:lnTo>
                    <a:pt x="514974" y="68744"/>
                  </a:lnTo>
                  <a:lnTo>
                    <a:pt x="513852" y="77372"/>
                  </a:lnTo>
                  <a:lnTo>
                    <a:pt x="513816" y="77647"/>
                  </a:lnTo>
                  <a:lnTo>
                    <a:pt x="509406" y="85465"/>
                  </a:lnTo>
                  <a:lnTo>
                    <a:pt x="502078" y="91187"/>
                  </a:lnTo>
                  <a:lnTo>
                    <a:pt x="498707" y="92849"/>
                  </a:lnTo>
                  <a:lnTo>
                    <a:pt x="495125" y="936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10438178" y="3764090"/>
            <a:ext cx="939800" cy="838200"/>
          </a:xfrm>
          <a:custGeom>
            <a:avLst/>
            <a:gdLst/>
            <a:ahLst/>
            <a:cxnLst/>
            <a:rect l="l" t="t" r="r" b="b"/>
            <a:pathLst>
              <a:path w="939800" h="838200">
                <a:moveTo>
                  <a:pt x="476509" y="838199"/>
                </a:moveTo>
                <a:lnTo>
                  <a:pt x="462661" y="838199"/>
                </a:lnTo>
                <a:lnTo>
                  <a:pt x="433107" y="825904"/>
                </a:lnTo>
                <a:lnTo>
                  <a:pt x="395254" y="806493"/>
                </a:lnTo>
                <a:lnTo>
                  <a:pt x="356530" y="783172"/>
                </a:lnTo>
                <a:lnTo>
                  <a:pt x="317438" y="756267"/>
                </a:lnTo>
                <a:lnTo>
                  <a:pt x="278481" y="726105"/>
                </a:lnTo>
                <a:lnTo>
                  <a:pt x="240162" y="693010"/>
                </a:lnTo>
                <a:lnTo>
                  <a:pt x="202983" y="657310"/>
                </a:lnTo>
                <a:lnTo>
                  <a:pt x="167448" y="619330"/>
                </a:lnTo>
                <a:lnTo>
                  <a:pt x="134060" y="579396"/>
                </a:lnTo>
                <a:lnTo>
                  <a:pt x="103322" y="537834"/>
                </a:lnTo>
                <a:lnTo>
                  <a:pt x="75737" y="494970"/>
                </a:lnTo>
                <a:lnTo>
                  <a:pt x="51807" y="451130"/>
                </a:lnTo>
                <a:lnTo>
                  <a:pt x="32037" y="406640"/>
                </a:lnTo>
                <a:lnTo>
                  <a:pt x="16928" y="361826"/>
                </a:lnTo>
                <a:lnTo>
                  <a:pt x="6984" y="317013"/>
                </a:lnTo>
                <a:lnTo>
                  <a:pt x="470" y="273256"/>
                </a:lnTo>
                <a:lnTo>
                  <a:pt x="0" y="258173"/>
                </a:lnTo>
                <a:lnTo>
                  <a:pt x="4174" y="211594"/>
                </a:lnTo>
                <a:lnTo>
                  <a:pt x="16209" y="167756"/>
                </a:lnTo>
                <a:lnTo>
                  <a:pt x="35373" y="127392"/>
                </a:lnTo>
                <a:lnTo>
                  <a:pt x="60934" y="91232"/>
                </a:lnTo>
                <a:lnTo>
                  <a:pt x="92162" y="60007"/>
                </a:lnTo>
                <a:lnTo>
                  <a:pt x="128323" y="34448"/>
                </a:lnTo>
                <a:lnTo>
                  <a:pt x="168686" y="15287"/>
                </a:lnTo>
                <a:lnTo>
                  <a:pt x="212520" y="3254"/>
                </a:lnTo>
                <a:lnTo>
                  <a:pt x="248837" y="0"/>
                </a:lnTo>
                <a:lnTo>
                  <a:pt x="268446" y="0"/>
                </a:lnTo>
                <a:lnTo>
                  <a:pt x="309811" y="4064"/>
                </a:lnTo>
                <a:lnTo>
                  <a:pt x="357153" y="18367"/>
                </a:lnTo>
                <a:lnTo>
                  <a:pt x="400184" y="41019"/>
                </a:lnTo>
                <a:lnTo>
                  <a:pt x="437973" y="71051"/>
                </a:lnTo>
                <a:lnTo>
                  <a:pt x="469586" y="107491"/>
                </a:lnTo>
                <a:lnTo>
                  <a:pt x="889725" y="107491"/>
                </a:lnTo>
                <a:lnTo>
                  <a:pt x="903791" y="127392"/>
                </a:lnTo>
                <a:lnTo>
                  <a:pt x="922958" y="167756"/>
                </a:lnTo>
                <a:lnTo>
                  <a:pt x="934996" y="211594"/>
                </a:lnTo>
                <a:lnTo>
                  <a:pt x="939172" y="258173"/>
                </a:lnTo>
                <a:lnTo>
                  <a:pt x="938701" y="273256"/>
                </a:lnTo>
                <a:lnTo>
                  <a:pt x="932141" y="317013"/>
                </a:lnTo>
                <a:lnTo>
                  <a:pt x="922206" y="361826"/>
                </a:lnTo>
                <a:lnTo>
                  <a:pt x="907105" y="406640"/>
                </a:lnTo>
                <a:lnTo>
                  <a:pt x="887341" y="451130"/>
                </a:lnTo>
                <a:lnTo>
                  <a:pt x="863416" y="494970"/>
                </a:lnTo>
                <a:lnTo>
                  <a:pt x="835833" y="537834"/>
                </a:lnTo>
                <a:lnTo>
                  <a:pt x="805097" y="579396"/>
                </a:lnTo>
                <a:lnTo>
                  <a:pt x="771710" y="619330"/>
                </a:lnTo>
                <a:lnTo>
                  <a:pt x="736175" y="657310"/>
                </a:lnTo>
                <a:lnTo>
                  <a:pt x="698997" y="693010"/>
                </a:lnTo>
                <a:lnTo>
                  <a:pt x="660678" y="726105"/>
                </a:lnTo>
                <a:lnTo>
                  <a:pt x="621722" y="756267"/>
                </a:lnTo>
                <a:lnTo>
                  <a:pt x="582631" y="783172"/>
                </a:lnTo>
                <a:lnTo>
                  <a:pt x="543910" y="806493"/>
                </a:lnTo>
                <a:lnTo>
                  <a:pt x="506060" y="825904"/>
                </a:lnTo>
                <a:lnTo>
                  <a:pt x="476509" y="838199"/>
                </a:lnTo>
                <a:close/>
              </a:path>
              <a:path w="939800" h="838200">
                <a:moveTo>
                  <a:pt x="889725" y="107491"/>
                </a:moveTo>
                <a:lnTo>
                  <a:pt x="469586" y="107491"/>
                </a:lnTo>
                <a:lnTo>
                  <a:pt x="501199" y="71051"/>
                </a:lnTo>
                <a:lnTo>
                  <a:pt x="538989" y="41019"/>
                </a:lnTo>
                <a:lnTo>
                  <a:pt x="582024" y="18367"/>
                </a:lnTo>
                <a:lnTo>
                  <a:pt x="629374" y="4064"/>
                </a:lnTo>
                <a:lnTo>
                  <a:pt x="670749" y="0"/>
                </a:lnTo>
                <a:lnTo>
                  <a:pt x="690357" y="0"/>
                </a:lnTo>
                <a:lnTo>
                  <a:pt x="770487" y="15287"/>
                </a:lnTo>
                <a:lnTo>
                  <a:pt x="810844" y="34448"/>
                </a:lnTo>
                <a:lnTo>
                  <a:pt x="847002" y="60007"/>
                </a:lnTo>
                <a:lnTo>
                  <a:pt x="878229" y="91232"/>
                </a:lnTo>
                <a:lnTo>
                  <a:pt x="889725" y="107491"/>
                </a:lnTo>
                <a:close/>
              </a:path>
            </a:pathLst>
          </a:custGeom>
          <a:solidFill>
            <a:srgbClr val="F4582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2741994" y="3764089"/>
            <a:ext cx="868680" cy="838200"/>
            <a:chOff x="12741994" y="3764089"/>
            <a:chExt cx="868680" cy="838200"/>
          </a:xfrm>
        </p:grpSpPr>
        <p:sp>
          <p:nvSpPr>
            <p:cNvPr id="26" name="object 26"/>
            <p:cNvSpPr/>
            <p:nvPr/>
          </p:nvSpPr>
          <p:spPr>
            <a:xfrm>
              <a:off x="12903865" y="3764089"/>
              <a:ext cx="706755" cy="817880"/>
            </a:xfrm>
            <a:custGeom>
              <a:avLst/>
              <a:gdLst/>
              <a:ahLst/>
              <a:cxnLst/>
              <a:rect l="l" t="t" r="r" b="b"/>
              <a:pathLst>
                <a:path w="706755" h="817879">
                  <a:moveTo>
                    <a:pt x="353241" y="817273"/>
                  </a:moveTo>
                  <a:lnTo>
                    <a:pt x="243854" y="512379"/>
                  </a:lnTo>
                  <a:lnTo>
                    <a:pt x="16677" y="428276"/>
                  </a:lnTo>
                  <a:lnTo>
                    <a:pt x="9837" y="424472"/>
                  </a:lnTo>
                  <a:lnTo>
                    <a:pt x="4574" y="418913"/>
                  </a:lnTo>
                  <a:lnTo>
                    <a:pt x="1194" y="412046"/>
                  </a:lnTo>
                  <a:lnTo>
                    <a:pt x="0" y="404320"/>
                  </a:lnTo>
                  <a:lnTo>
                    <a:pt x="1194" y="396587"/>
                  </a:lnTo>
                  <a:lnTo>
                    <a:pt x="4574" y="389727"/>
                  </a:lnTo>
                  <a:lnTo>
                    <a:pt x="9837" y="384175"/>
                  </a:lnTo>
                  <a:lnTo>
                    <a:pt x="16677" y="380364"/>
                  </a:lnTo>
                  <a:lnTo>
                    <a:pt x="243981" y="296236"/>
                  </a:lnTo>
                  <a:lnTo>
                    <a:pt x="328824" y="18082"/>
                  </a:lnTo>
                  <a:lnTo>
                    <a:pt x="332442" y="10731"/>
                  </a:lnTo>
                  <a:lnTo>
                    <a:pt x="338054" y="5018"/>
                  </a:lnTo>
                  <a:lnTo>
                    <a:pt x="345155" y="1316"/>
                  </a:lnTo>
                  <a:lnTo>
                    <a:pt x="353241" y="0"/>
                  </a:lnTo>
                  <a:lnTo>
                    <a:pt x="361326" y="1316"/>
                  </a:lnTo>
                  <a:lnTo>
                    <a:pt x="368427" y="5018"/>
                  </a:lnTo>
                  <a:lnTo>
                    <a:pt x="374039" y="10731"/>
                  </a:lnTo>
                  <a:lnTo>
                    <a:pt x="377657" y="18082"/>
                  </a:lnTo>
                  <a:lnTo>
                    <a:pt x="462525" y="296236"/>
                  </a:lnTo>
                  <a:lnTo>
                    <a:pt x="689804" y="380364"/>
                  </a:lnTo>
                  <a:lnTo>
                    <a:pt x="696634" y="384179"/>
                  </a:lnTo>
                  <a:lnTo>
                    <a:pt x="701897" y="389737"/>
                  </a:lnTo>
                  <a:lnTo>
                    <a:pt x="705284" y="396598"/>
                  </a:lnTo>
                  <a:lnTo>
                    <a:pt x="706482" y="404320"/>
                  </a:lnTo>
                  <a:lnTo>
                    <a:pt x="705284" y="412057"/>
                  </a:lnTo>
                  <a:lnTo>
                    <a:pt x="701900" y="418919"/>
                  </a:lnTo>
                  <a:lnTo>
                    <a:pt x="696644" y="424465"/>
                  </a:lnTo>
                  <a:lnTo>
                    <a:pt x="689830" y="428251"/>
                  </a:lnTo>
                  <a:lnTo>
                    <a:pt x="462627" y="512353"/>
                  </a:lnTo>
                  <a:lnTo>
                    <a:pt x="377733" y="798987"/>
                  </a:lnTo>
                  <a:lnTo>
                    <a:pt x="374136" y="806423"/>
                  </a:lnTo>
                  <a:lnTo>
                    <a:pt x="368513" y="812200"/>
                  </a:lnTo>
                  <a:lnTo>
                    <a:pt x="361377" y="815942"/>
                  </a:lnTo>
                  <a:lnTo>
                    <a:pt x="353241" y="817273"/>
                  </a:lnTo>
                  <a:close/>
                </a:path>
              </a:pathLst>
            </a:custGeom>
            <a:solidFill>
              <a:srgbClr val="FFB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2741994" y="3772721"/>
              <a:ext cx="358140" cy="829944"/>
            </a:xfrm>
            <a:custGeom>
              <a:avLst/>
              <a:gdLst/>
              <a:ahLst/>
              <a:cxnLst/>
              <a:rect l="l" t="t" r="r" b="b"/>
              <a:pathLst>
                <a:path w="358140" h="829945">
                  <a:moveTo>
                    <a:pt x="248434" y="829567"/>
                  </a:moveTo>
                  <a:lnTo>
                    <a:pt x="219909" y="829567"/>
                  </a:lnTo>
                  <a:lnTo>
                    <a:pt x="218461" y="828776"/>
                  </a:lnTo>
                  <a:lnTo>
                    <a:pt x="212825" y="822663"/>
                  </a:lnTo>
                  <a:lnTo>
                    <a:pt x="209394" y="814847"/>
                  </a:lnTo>
                  <a:lnTo>
                    <a:pt x="186167" y="722342"/>
                  </a:lnTo>
                  <a:lnTo>
                    <a:pt x="127423" y="700556"/>
                  </a:lnTo>
                  <a:lnTo>
                    <a:pt x="120618" y="696767"/>
                  </a:lnTo>
                  <a:lnTo>
                    <a:pt x="115365" y="691215"/>
                  </a:lnTo>
                  <a:lnTo>
                    <a:pt x="111986" y="684351"/>
                  </a:lnTo>
                  <a:lnTo>
                    <a:pt x="110791" y="676625"/>
                  </a:lnTo>
                  <a:lnTo>
                    <a:pt x="111986" y="668899"/>
                  </a:lnTo>
                  <a:lnTo>
                    <a:pt x="115366" y="662033"/>
                  </a:lnTo>
                  <a:lnTo>
                    <a:pt x="120628" y="656473"/>
                  </a:lnTo>
                  <a:lnTo>
                    <a:pt x="127469" y="652669"/>
                  </a:lnTo>
                  <a:lnTo>
                    <a:pt x="186542" y="630807"/>
                  </a:lnTo>
                  <a:lnTo>
                    <a:pt x="209528" y="546526"/>
                  </a:lnTo>
                  <a:lnTo>
                    <a:pt x="213041" y="538898"/>
                  </a:lnTo>
                  <a:lnTo>
                    <a:pt x="218671" y="532948"/>
                  </a:lnTo>
                  <a:lnTo>
                    <a:pt x="225891" y="529082"/>
                  </a:lnTo>
                  <a:lnTo>
                    <a:pt x="234174" y="527703"/>
                  </a:lnTo>
                  <a:lnTo>
                    <a:pt x="242454" y="529082"/>
                  </a:lnTo>
                  <a:lnTo>
                    <a:pt x="249668" y="532948"/>
                  </a:lnTo>
                  <a:lnTo>
                    <a:pt x="255286" y="538898"/>
                  </a:lnTo>
                  <a:lnTo>
                    <a:pt x="258783" y="546526"/>
                  </a:lnTo>
                  <a:lnTo>
                    <a:pt x="281773" y="630807"/>
                  </a:lnTo>
                  <a:lnTo>
                    <a:pt x="340810" y="652669"/>
                  </a:lnTo>
                  <a:lnTo>
                    <a:pt x="347700" y="656473"/>
                  </a:lnTo>
                  <a:lnTo>
                    <a:pt x="352979" y="662033"/>
                  </a:lnTo>
                  <a:lnTo>
                    <a:pt x="356362" y="668899"/>
                  </a:lnTo>
                  <a:lnTo>
                    <a:pt x="357557" y="676625"/>
                  </a:lnTo>
                  <a:lnTo>
                    <a:pt x="356362" y="684351"/>
                  </a:lnTo>
                  <a:lnTo>
                    <a:pt x="352982" y="691215"/>
                  </a:lnTo>
                  <a:lnTo>
                    <a:pt x="347720" y="696767"/>
                  </a:lnTo>
                  <a:lnTo>
                    <a:pt x="340879" y="700556"/>
                  </a:lnTo>
                  <a:lnTo>
                    <a:pt x="282112" y="722342"/>
                  </a:lnTo>
                  <a:lnTo>
                    <a:pt x="258948" y="814847"/>
                  </a:lnTo>
                  <a:lnTo>
                    <a:pt x="255519" y="822663"/>
                  </a:lnTo>
                  <a:lnTo>
                    <a:pt x="249884" y="828776"/>
                  </a:lnTo>
                  <a:lnTo>
                    <a:pt x="248434" y="829567"/>
                  </a:lnTo>
                  <a:close/>
                </a:path>
                <a:path w="358140" h="829945">
                  <a:moveTo>
                    <a:pt x="123382" y="246765"/>
                  </a:moveTo>
                  <a:lnTo>
                    <a:pt x="77079" y="169686"/>
                  </a:lnTo>
                  <a:lnTo>
                    <a:pt x="16677" y="147339"/>
                  </a:lnTo>
                  <a:lnTo>
                    <a:pt x="9827" y="143524"/>
                  </a:lnTo>
                  <a:lnTo>
                    <a:pt x="4570" y="137966"/>
                  </a:lnTo>
                  <a:lnTo>
                    <a:pt x="1193" y="131105"/>
                  </a:lnTo>
                  <a:lnTo>
                    <a:pt x="0" y="123382"/>
                  </a:lnTo>
                  <a:lnTo>
                    <a:pt x="1194" y="115660"/>
                  </a:lnTo>
                  <a:lnTo>
                    <a:pt x="4574" y="108799"/>
                  </a:lnTo>
                  <a:lnTo>
                    <a:pt x="9837" y="103241"/>
                  </a:lnTo>
                  <a:lnTo>
                    <a:pt x="16677" y="99426"/>
                  </a:lnTo>
                  <a:lnTo>
                    <a:pt x="77079" y="77079"/>
                  </a:lnTo>
                  <a:lnTo>
                    <a:pt x="99426" y="16677"/>
                  </a:lnTo>
                  <a:lnTo>
                    <a:pt x="103241" y="9837"/>
                  </a:lnTo>
                  <a:lnTo>
                    <a:pt x="108799" y="4574"/>
                  </a:lnTo>
                  <a:lnTo>
                    <a:pt x="115660" y="1194"/>
                  </a:lnTo>
                  <a:lnTo>
                    <a:pt x="123382" y="0"/>
                  </a:lnTo>
                  <a:lnTo>
                    <a:pt x="131119" y="1194"/>
                  </a:lnTo>
                  <a:lnTo>
                    <a:pt x="137985" y="4574"/>
                  </a:lnTo>
                  <a:lnTo>
                    <a:pt x="143538" y="9837"/>
                  </a:lnTo>
                  <a:lnTo>
                    <a:pt x="147339" y="16677"/>
                  </a:lnTo>
                  <a:lnTo>
                    <a:pt x="169712" y="77079"/>
                  </a:lnTo>
                  <a:lnTo>
                    <a:pt x="230088" y="99426"/>
                  </a:lnTo>
                  <a:lnTo>
                    <a:pt x="236928" y="103241"/>
                  </a:lnTo>
                  <a:lnTo>
                    <a:pt x="242190" y="108799"/>
                  </a:lnTo>
                  <a:lnTo>
                    <a:pt x="245571" y="115660"/>
                  </a:lnTo>
                  <a:lnTo>
                    <a:pt x="246765" y="123382"/>
                  </a:lnTo>
                  <a:lnTo>
                    <a:pt x="245571" y="131105"/>
                  </a:lnTo>
                  <a:lnTo>
                    <a:pt x="242190" y="137966"/>
                  </a:lnTo>
                  <a:lnTo>
                    <a:pt x="236928" y="143524"/>
                  </a:lnTo>
                  <a:lnTo>
                    <a:pt x="230088" y="147339"/>
                  </a:lnTo>
                  <a:lnTo>
                    <a:pt x="169686" y="169686"/>
                  </a:lnTo>
                  <a:lnTo>
                    <a:pt x="147339" y="230088"/>
                  </a:lnTo>
                  <a:lnTo>
                    <a:pt x="143524" y="236928"/>
                  </a:lnTo>
                  <a:lnTo>
                    <a:pt x="137966" y="242190"/>
                  </a:lnTo>
                  <a:lnTo>
                    <a:pt x="131105" y="245571"/>
                  </a:lnTo>
                  <a:lnTo>
                    <a:pt x="123382" y="246765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13934558" y="3707308"/>
            <a:ext cx="862330" cy="963294"/>
            <a:chOff x="13934558" y="3707308"/>
            <a:chExt cx="862330" cy="963294"/>
          </a:xfrm>
        </p:grpSpPr>
        <p:sp>
          <p:nvSpPr>
            <p:cNvPr id="29" name="object 29"/>
            <p:cNvSpPr/>
            <p:nvPr/>
          </p:nvSpPr>
          <p:spPr>
            <a:xfrm>
              <a:off x="13934558" y="3707308"/>
              <a:ext cx="862330" cy="963294"/>
            </a:xfrm>
            <a:custGeom>
              <a:avLst/>
              <a:gdLst/>
              <a:ahLst/>
              <a:cxnLst/>
              <a:rect l="l" t="t" r="r" b="b"/>
              <a:pathLst>
                <a:path w="862330" h="963295">
                  <a:moveTo>
                    <a:pt x="709325" y="962828"/>
                  </a:moveTo>
                  <a:lnTo>
                    <a:pt x="223481" y="962828"/>
                  </a:lnTo>
                  <a:lnTo>
                    <a:pt x="168678" y="955217"/>
                  </a:lnTo>
                  <a:lnTo>
                    <a:pt x="137703" y="937905"/>
                  </a:lnTo>
                  <a:lnTo>
                    <a:pt x="112312" y="919175"/>
                  </a:lnTo>
                  <a:lnTo>
                    <a:pt x="33373" y="894609"/>
                  </a:lnTo>
                  <a:lnTo>
                    <a:pt x="11100" y="870585"/>
                  </a:lnTo>
                  <a:lnTo>
                    <a:pt x="1841" y="838770"/>
                  </a:lnTo>
                  <a:lnTo>
                    <a:pt x="0" y="802702"/>
                  </a:lnTo>
                  <a:lnTo>
                    <a:pt x="0" y="514088"/>
                  </a:lnTo>
                  <a:lnTo>
                    <a:pt x="5607" y="475028"/>
                  </a:lnTo>
                  <a:lnTo>
                    <a:pt x="43484" y="433966"/>
                  </a:lnTo>
                  <a:lnTo>
                    <a:pt x="101397" y="411499"/>
                  </a:lnTo>
                  <a:lnTo>
                    <a:pt x="132050" y="395683"/>
                  </a:lnTo>
                  <a:lnTo>
                    <a:pt x="185112" y="331775"/>
                  </a:lnTo>
                  <a:lnTo>
                    <a:pt x="210991" y="265078"/>
                  </a:lnTo>
                  <a:lnTo>
                    <a:pt x="226221" y="206553"/>
                  </a:lnTo>
                  <a:lnTo>
                    <a:pt x="233570" y="155928"/>
                  </a:lnTo>
                  <a:lnTo>
                    <a:pt x="235806" y="112933"/>
                  </a:lnTo>
                  <a:lnTo>
                    <a:pt x="236005" y="48746"/>
                  </a:lnTo>
                  <a:lnTo>
                    <a:pt x="239504" y="27013"/>
                  </a:lnTo>
                  <a:lnTo>
                    <a:pt x="248957" y="11825"/>
                  </a:lnTo>
                  <a:lnTo>
                    <a:pt x="267133" y="2911"/>
                  </a:lnTo>
                  <a:lnTo>
                    <a:pt x="296799" y="0"/>
                  </a:lnTo>
                  <a:lnTo>
                    <a:pt x="337115" y="11365"/>
                  </a:lnTo>
                  <a:lnTo>
                    <a:pt x="369181" y="40968"/>
                  </a:lnTo>
                  <a:lnTo>
                    <a:pt x="391885" y="82074"/>
                  </a:lnTo>
                  <a:lnTo>
                    <a:pt x="404119" y="127943"/>
                  </a:lnTo>
                  <a:lnTo>
                    <a:pt x="404770" y="171838"/>
                  </a:lnTo>
                  <a:lnTo>
                    <a:pt x="385953" y="286867"/>
                  </a:lnTo>
                  <a:lnTo>
                    <a:pt x="388440" y="314862"/>
                  </a:lnTo>
                  <a:lnTo>
                    <a:pt x="407867" y="324452"/>
                  </a:lnTo>
                  <a:lnTo>
                    <a:pt x="543073" y="327271"/>
                  </a:lnTo>
                  <a:lnTo>
                    <a:pt x="603326" y="329491"/>
                  </a:lnTo>
                  <a:lnTo>
                    <a:pt x="658188" y="333365"/>
                  </a:lnTo>
                  <a:lnTo>
                    <a:pt x="707288" y="339728"/>
                  </a:lnTo>
                  <a:lnTo>
                    <a:pt x="750259" y="349415"/>
                  </a:lnTo>
                  <a:lnTo>
                    <a:pt x="786730" y="363261"/>
                  </a:lnTo>
                  <a:lnTo>
                    <a:pt x="838698" y="406771"/>
                  </a:lnTo>
                  <a:lnTo>
                    <a:pt x="857090" y="446979"/>
                  </a:lnTo>
                  <a:lnTo>
                    <a:pt x="862100" y="475908"/>
                  </a:lnTo>
                  <a:lnTo>
                    <a:pt x="859703" y="496334"/>
                  </a:lnTo>
                  <a:lnTo>
                    <a:pt x="852901" y="515047"/>
                  </a:lnTo>
                  <a:lnTo>
                    <a:pt x="842278" y="531564"/>
                  </a:lnTo>
                  <a:lnTo>
                    <a:pt x="828416" y="545402"/>
                  </a:lnTo>
                  <a:lnTo>
                    <a:pt x="839195" y="558638"/>
                  </a:lnTo>
                  <a:lnTo>
                    <a:pt x="847341" y="573761"/>
                  </a:lnTo>
                  <a:lnTo>
                    <a:pt x="852494" y="590430"/>
                  </a:lnTo>
                  <a:lnTo>
                    <a:pt x="854291" y="608300"/>
                  </a:lnTo>
                  <a:lnTo>
                    <a:pt x="850908" y="632568"/>
                  </a:lnTo>
                  <a:lnTo>
                    <a:pt x="841397" y="654242"/>
                  </a:lnTo>
                  <a:lnTo>
                    <a:pt x="826723" y="672472"/>
                  </a:lnTo>
                  <a:lnTo>
                    <a:pt x="807845" y="686411"/>
                  </a:lnTo>
                  <a:lnTo>
                    <a:pt x="815658" y="698383"/>
                  </a:lnTo>
                  <a:lnTo>
                    <a:pt x="821557" y="711529"/>
                  </a:lnTo>
                  <a:lnTo>
                    <a:pt x="825285" y="725680"/>
                  </a:lnTo>
                  <a:lnTo>
                    <a:pt x="826585" y="740666"/>
                  </a:lnTo>
                  <a:lnTo>
                    <a:pt x="823211" y="764899"/>
                  </a:lnTo>
                  <a:lnTo>
                    <a:pt x="813728" y="786550"/>
                  </a:lnTo>
                  <a:lnTo>
                    <a:pt x="799096" y="804773"/>
                  </a:lnTo>
                  <a:lnTo>
                    <a:pt x="780273" y="818723"/>
                  </a:lnTo>
                  <a:lnTo>
                    <a:pt x="788106" y="830711"/>
                  </a:lnTo>
                  <a:lnTo>
                    <a:pt x="794022" y="843871"/>
                  </a:lnTo>
                  <a:lnTo>
                    <a:pt x="797763" y="858041"/>
                  </a:lnTo>
                  <a:lnTo>
                    <a:pt x="799067" y="873058"/>
                  </a:lnTo>
                  <a:lnTo>
                    <a:pt x="792004" y="907963"/>
                  </a:lnTo>
                  <a:lnTo>
                    <a:pt x="772754" y="936502"/>
                  </a:lnTo>
                  <a:lnTo>
                    <a:pt x="744225" y="955761"/>
                  </a:lnTo>
                  <a:lnTo>
                    <a:pt x="709325" y="962828"/>
                  </a:lnTo>
                  <a:close/>
                </a:path>
              </a:pathLst>
            </a:custGeom>
            <a:solidFill>
              <a:srgbClr val="77DE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4379933" y="4093473"/>
              <a:ext cx="407670" cy="577215"/>
            </a:xfrm>
            <a:custGeom>
              <a:avLst/>
              <a:gdLst/>
              <a:ahLst/>
              <a:cxnLst/>
              <a:rect l="l" t="t" r="r" b="b"/>
              <a:pathLst>
                <a:path w="407669" h="577214">
                  <a:moveTo>
                    <a:pt x="263950" y="576636"/>
                  </a:moveTo>
                  <a:lnTo>
                    <a:pt x="116291" y="576636"/>
                  </a:lnTo>
                  <a:lnTo>
                    <a:pt x="81390" y="569573"/>
                  </a:lnTo>
                  <a:lnTo>
                    <a:pt x="52861" y="550323"/>
                  </a:lnTo>
                  <a:lnTo>
                    <a:pt x="33611" y="521794"/>
                  </a:lnTo>
                  <a:lnTo>
                    <a:pt x="26548" y="486893"/>
                  </a:lnTo>
                  <a:lnTo>
                    <a:pt x="28148" y="470218"/>
                  </a:lnTo>
                  <a:lnTo>
                    <a:pt x="32727" y="454606"/>
                  </a:lnTo>
                  <a:lnTo>
                    <a:pt x="39952" y="440302"/>
                  </a:lnTo>
                  <a:lnTo>
                    <a:pt x="49489" y="427549"/>
                  </a:lnTo>
                  <a:lnTo>
                    <a:pt x="33905" y="413504"/>
                  </a:lnTo>
                  <a:lnTo>
                    <a:pt x="21937" y="396225"/>
                  </a:lnTo>
                  <a:lnTo>
                    <a:pt x="14260" y="376346"/>
                  </a:lnTo>
                  <a:lnTo>
                    <a:pt x="11551" y="354501"/>
                  </a:lnTo>
                  <a:lnTo>
                    <a:pt x="13402" y="336311"/>
                  </a:lnTo>
                  <a:lnTo>
                    <a:pt x="18709" y="319383"/>
                  </a:lnTo>
                  <a:lnTo>
                    <a:pt x="27101" y="304081"/>
                  </a:lnTo>
                  <a:lnTo>
                    <a:pt x="38207" y="290768"/>
                  </a:lnTo>
                  <a:lnTo>
                    <a:pt x="24770" y="276996"/>
                  </a:lnTo>
                  <a:lnTo>
                    <a:pt x="14479" y="260662"/>
                  </a:lnTo>
                  <a:lnTo>
                    <a:pt x="7893" y="242222"/>
                  </a:lnTo>
                  <a:lnTo>
                    <a:pt x="5573" y="222135"/>
                  </a:lnTo>
                  <a:lnTo>
                    <a:pt x="7443" y="203901"/>
                  </a:lnTo>
                  <a:lnTo>
                    <a:pt x="12799" y="186926"/>
                  </a:lnTo>
                  <a:lnTo>
                    <a:pt x="21260" y="171583"/>
                  </a:lnTo>
                  <a:lnTo>
                    <a:pt x="32445" y="158241"/>
                  </a:lnTo>
                  <a:lnTo>
                    <a:pt x="19083" y="144467"/>
                  </a:lnTo>
                  <a:lnTo>
                    <a:pt x="8851" y="128161"/>
                  </a:lnTo>
                  <a:lnTo>
                    <a:pt x="2305" y="109771"/>
                  </a:lnTo>
                  <a:lnTo>
                    <a:pt x="0" y="89742"/>
                  </a:lnTo>
                  <a:lnTo>
                    <a:pt x="7062" y="54842"/>
                  </a:lnTo>
                  <a:lnTo>
                    <a:pt x="26312" y="26312"/>
                  </a:lnTo>
                  <a:lnTo>
                    <a:pt x="54842" y="7062"/>
                  </a:lnTo>
                  <a:lnTo>
                    <a:pt x="89742" y="0"/>
                  </a:lnTo>
                  <a:lnTo>
                    <a:pt x="248279" y="0"/>
                  </a:lnTo>
                  <a:lnTo>
                    <a:pt x="257447" y="1852"/>
                  </a:lnTo>
                  <a:lnTo>
                    <a:pt x="264936" y="6903"/>
                  </a:lnTo>
                  <a:lnTo>
                    <a:pt x="269987" y="14392"/>
                  </a:lnTo>
                  <a:lnTo>
                    <a:pt x="271839" y="23559"/>
                  </a:lnTo>
                  <a:lnTo>
                    <a:pt x="269987" y="32727"/>
                  </a:lnTo>
                  <a:lnTo>
                    <a:pt x="264936" y="40216"/>
                  </a:lnTo>
                  <a:lnTo>
                    <a:pt x="257447" y="45267"/>
                  </a:lnTo>
                  <a:lnTo>
                    <a:pt x="248279" y="47119"/>
                  </a:lnTo>
                  <a:lnTo>
                    <a:pt x="89769" y="47119"/>
                  </a:lnTo>
                  <a:lnTo>
                    <a:pt x="73193" y="50473"/>
                  </a:lnTo>
                  <a:lnTo>
                    <a:pt x="59643" y="59616"/>
                  </a:lnTo>
                  <a:lnTo>
                    <a:pt x="50500" y="73166"/>
                  </a:lnTo>
                  <a:lnTo>
                    <a:pt x="47146" y="89742"/>
                  </a:lnTo>
                  <a:lnTo>
                    <a:pt x="50500" y="106319"/>
                  </a:lnTo>
                  <a:lnTo>
                    <a:pt x="59643" y="119868"/>
                  </a:lnTo>
                  <a:lnTo>
                    <a:pt x="73193" y="129011"/>
                  </a:lnTo>
                  <a:lnTo>
                    <a:pt x="89769" y="132365"/>
                  </a:lnTo>
                  <a:lnTo>
                    <a:pt x="326983" y="132365"/>
                  </a:lnTo>
                  <a:lnTo>
                    <a:pt x="337941" y="130918"/>
                  </a:lnTo>
                  <a:lnTo>
                    <a:pt x="348052" y="126768"/>
                  </a:lnTo>
                  <a:lnTo>
                    <a:pt x="356789" y="120200"/>
                  </a:lnTo>
                  <a:lnTo>
                    <a:pt x="363628" y="111498"/>
                  </a:lnTo>
                  <a:lnTo>
                    <a:pt x="369907" y="104557"/>
                  </a:lnTo>
                  <a:lnTo>
                    <a:pt x="378074" y="100681"/>
                  </a:lnTo>
                  <a:lnTo>
                    <a:pt x="387089" y="100146"/>
                  </a:lnTo>
                  <a:lnTo>
                    <a:pt x="395912" y="103232"/>
                  </a:lnTo>
                  <a:lnTo>
                    <a:pt x="402860" y="109511"/>
                  </a:lnTo>
                  <a:lnTo>
                    <a:pt x="406729" y="117677"/>
                  </a:lnTo>
                  <a:lnTo>
                    <a:pt x="407256" y="126692"/>
                  </a:lnTo>
                  <a:lnTo>
                    <a:pt x="404178" y="135516"/>
                  </a:lnTo>
                  <a:lnTo>
                    <a:pt x="389758" y="153824"/>
                  </a:lnTo>
                  <a:lnTo>
                    <a:pt x="371369" y="167668"/>
                  </a:lnTo>
                  <a:lnTo>
                    <a:pt x="350093" y="176428"/>
                  </a:lnTo>
                  <a:lnTo>
                    <a:pt x="327010" y="179485"/>
                  </a:lnTo>
                  <a:lnTo>
                    <a:pt x="95343" y="179485"/>
                  </a:lnTo>
                  <a:lnTo>
                    <a:pt x="78755" y="182843"/>
                  </a:lnTo>
                  <a:lnTo>
                    <a:pt x="65206" y="191995"/>
                  </a:lnTo>
                  <a:lnTo>
                    <a:pt x="56070" y="205554"/>
                  </a:lnTo>
                  <a:lnTo>
                    <a:pt x="52720" y="222135"/>
                  </a:lnTo>
                  <a:lnTo>
                    <a:pt x="56074" y="238711"/>
                  </a:lnTo>
                  <a:lnTo>
                    <a:pt x="65216" y="252261"/>
                  </a:lnTo>
                  <a:lnTo>
                    <a:pt x="78766" y="261404"/>
                  </a:lnTo>
                  <a:lnTo>
                    <a:pt x="95343" y="264758"/>
                  </a:lnTo>
                  <a:lnTo>
                    <a:pt x="319147" y="264758"/>
                  </a:lnTo>
                  <a:lnTo>
                    <a:pt x="330194" y="263333"/>
                  </a:lnTo>
                  <a:lnTo>
                    <a:pt x="340274" y="259218"/>
                  </a:lnTo>
                  <a:lnTo>
                    <a:pt x="348965" y="252649"/>
                  </a:lnTo>
                  <a:lnTo>
                    <a:pt x="355847" y="243864"/>
                  </a:lnTo>
                  <a:lnTo>
                    <a:pt x="362107" y="236935"/>
                  </a:lnTo>
                  <a:lnTo>
                    <a:pt x="370262" y="233083"/>
                  </a:lnTo>
                  <a:lnTo>
                    <a:pt x="379281" y="232569"/>
                  </a:lnTo>
                  <a:lnTo>
                    <a:pt x="388130" y="235651"/>
                  </a:lnTo>
                  <a:lnTo>
                    <a:pt x="395063" y="241930"/>
                  </a:lnTo>
                  <a:lnTo>
                    <a:pt x="398921" y="250097"/>
                  </a:lnTo>
                  <a:lnTo>
                    <a:pt x="399437" y="259112"/>
                  </a:lnTo>
                  <a:lnTo>
                    <a:pt x="396343" y="267935"/>
                  </a:lnTo>
                  <a:lnTo>
                    <a:pt x="381918" y="286240"/>
                  </a:lnTo>
                  <a:lnTo>
                    <a:pt x="363521" y="300074"/>
                  </a:lnTo>
                  <a:lnTo>
                    <a:pt x="342235" y="308824"/>
                  </a:lnTo>
                  <a:lnTo>
                    <a:pt x="319147" y="311877"/>
                  </a:lnTo>
                  <a:lnTo>
                    <a:pt x="101293" y="311877"/>
                  </a:lnTo>
                  <a:lnTo>
                    <a:pt x="84717" y="315232"/>
                  </a:lnTo>
                  <a:lnTo>
                    <a:pt x="71167" y="324374"/>
                  </a:lnTo>
                  <a:lnTo>
                    <a:pt x="62024" y="337924"/>
                  </a:lnTo>
                  <a:lnTo>
                    <a:pt x="58670" y="354501"/>
                  </a:lnTo>
                  <a:lnTo>
                    <a:pt x="62024" y="371081"/>
                  </a:lnTo>
                  <a:lnTo>
                    <a:pt x="71167" y="384640"/>
                  </a:lnTo>
                  <a:lnTo>
                    <a:pt x="84717" y="393792"/>
                  </a:lnTo>
                  <a:lnTo>
                    <a:pt x="101293" y="397151"/>
                  </a:lnTo>
                  <a:lnTo>
                    <a:pt x="291468" y="397151"/>
                  </a:lnTo>
                  <a:lnTo>
                    <a:pt x="302515" y="395726"/>
                  </a:lnTo>
                  <a:lnTo>
                    <a:pt x="312594" y="391607"/>
                  </a:lnTo>
                  <a:lnTo>
                    <a:pt x="321286" y="385030"/>
                  </a:lnTo>
                  <a:lnTo>
                    <a:pt x="328167" y="376229"/>
                  </a:lnTo>
                  <a:lnTo>
                    <a:pt x="334408" y="369282"/>
                  </a:lnTo>
                  <a:lnTo>
                    <a:pt x="342552" y="365399"/>
                  </a:lnTo>
                  <a:lnTo>
                    <a:pt x="351575" y="364878"/>
                  </a:lnTo>
                  <a:lnTo>
                    <a:pt x="360451" y="368017"/>
                  </a:lnTo>
                  <a:lnTo>
                    <a:pt x="367384" y="374281"/>
                  </a:lnTo>
                  <a:lnTo>
                    <a:pt x="371241" y="382442"/>
                  </a:lnTo>
                  <a:lnTo>
                    <a:pt x="371757" y="391462"/>
                  </a:lnTo>
                  <a:lnTo>
                    <a:pt x="368663" y="400301"/>
                  </a:lnTo>
                  <a:lnTo>
                    <a:pt x="354250" y="418610"/>
                  </a:lnTo>
                  <a:lnTo>
                    <a:pt x="335851" y="432453"/>
                  </a:lnTo>
                  <a:lnTo>
                    <a:pt x="314559" y="441213"/>
                  </a:lnTo>
                  <a:lnTo>
                    <a:pt x="291468" y="444270"/>
                  </a:lnTo>
                  <a:lnTo>
                    <a:pt x="116291" y="444270"/>
                  </a:lnTo>
                  <a:lnTo>
                    <a:pt x="99714" y="447624"/>
                  </a:lnTo>
                  <a:lnTo>
                    <a:pt x="86164" y="456767"/>
                  </a:lnTo>
                  <a:lnTo>
                    <a:pt x="77022" y="470317"/>
                  </a:lnTo>
                  <a:lnTo>
                    <a:pt x="73668" y="486893"/>
                  </a:lnTo>
                  <a:lnTo>
                    <a:pt x="77022" y="503470"/>
                  </a:lnTo>
                  <a:lnTo>
                    <a:pt x="86164" y="517019"/>
                  </a:lnTo>
                  <a:lnTo>
                    <a:pt x="99714" y="526162"/>
                  </a:lnTo>
                  <a:lnTo>
                    <a:pt x="116291" y="529516"/>
                  </a:lnTo>
                  <a:lnTo>
                    <a:pt x="263950" y="529516"/>
                  </a:lnTo>
                  <a:lnTo>
                    <a:pt x="274910" y="528065"/>
                  </a:lnTo>
                  <a:lnTo>
                    <a:pt x="285026" y="523906"/>
                  </a:lnTo>
                  <a:lnTo>
                    <a:pt x="293779" y="517328"/>
                  </a:lnTo>
                  <a:lnTo>
                    <a:pt x="300650" y="508622"/>
                  </a:lnTo>
                  <a:lnTo>
                    <a:pt x="306913" y="501697"/>
                  </a:lnTo>
                  <a:lnTo>
                    <a:pt x="315075" y="497852"/>
                  </a:lnTo>
                  <a:lnTo>
                    <a:pt x="324095" y="497338"/>
                  </a:lnTo>
                  <a:lnTo>
                    <a:pt x="332933" y="500410"/>
                  </a:lnTo>
                  <a:lnTo>
                    <a:pt x="339866" y="506688"/>
                  </a:lnTo>
                  <a:lnTo>
                    <a:pt x="343724" y="514855"/>
                  </a:lnTo>
                  <a:lnTo>
                    <a:pt x="344239" y="523870"/>
                  </a:lnTo>
                  <a:lnTo>
                    <a:pt x="341145" y="532693"/>
                  </a:lnTo>
                  <a:lnTo>
                    <a:pt x="326721" y="550998"/>
                  </a:lnTo>
                  <a:lnTo>
                    <a:pt x="308323" y="564832"/>
                  </a:lnTo>
                  <a:lnTo>
                    <a:pt x="287038" y="573583"/>
                  </a:lnTo>
                  <a:lnTo>
                    <a:pt x="263950" y="576636"/>
                  </a:lnTo>
                  <a:close/>
                </a:path>
              </a:pathLst>
            </a:custGeom>
            <a:solidFill>
              <a:srgbClr val="3AB85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16218343" y="3749161"/>
            <a:ext cx="671830" cy="878840"/>
            <a:chOff x="16218343" y="3749161"/>
            <a:chExt cx="671830" cy="878840"/>
          </a:xfrm>
        </p:grpSpPr>
        <p:sp>
          <p:nvSpPr>
            <p:cNvPr id="32" name="object 32"/>
            <p:cNvSpPr/>
            <p:nvPr/>
          </p:nvSpPr>
          <p:spPr>
            <a:xfrm>
              <a:off x="16589530" y="3777248"/>
              <a:ext cx="220345" cy="664845"/>
            </a:xfrm>
            <a:custGeom>
              <a:avLst/>
              <a:gdLst/>
              <a:ahLst/>
              <a:cxnLst/>
              <a:rect l="l" t="t" r="r" b="b"/>
              <a:pathLst>
                <a:path w="220344" h="664845">
                  <a:moveTo>
                    <a:pt x="162844" y="664590"/>
                  </a:moveTo>
                  <a:lnTo>
                    <a:pt x="159171" y="664590"/>
                  </a:lnTo>
                  <a:lnTo>
                    <a:pt x="138146" y="660866"/>
                  </a:lnTo>
                  <a:lnTo>
                    <a:pt x="119967" y="650443"/>
                  </a:lnTo>
                  <a:lnTo>
                    <a:pt x="106247" y="634441"/>
                  </a:lnTo>
                  <a:lnTo>
                    <a:pt x="98603" y="613981"/>
                  </a:lnTo>
                  <a:lnTo>
                    <a:pt x="0" y="71660"/>
                  </a:lnTo>
                  <a:lnTo>
                    <a:pt x="426" y="49597"/>
                  </a:lnTo>
                  <a:lnTo>
                    <a:pt x="473" y="47196"/>
                  </a:lnTo>
                  <a:lnTo>
                    <a:pt x="9962" y="25559"/>
                  </a:lnTo>
                  <a:lnTo>
                    <a:pt x="26869" y="9058"/>
                  </a:lnTo>
                  <a:lnTo>
                    <a:pt x="49597" y="0"/>
                  </a:lnTo>
                  <a:lnTo>
                    <a:pt x="74061" y="431"/>
                  </a:lnTo>
                  <a:lnTo>
                    <a:pt x="95698" y="9925"/>
                  </a:lnTo>
                  <a:lnTo>
                    <a:pt x="112200" y="26855"/>
                  </a:lnTo>
                  <a:lnTo>
                    <a:pt x="121258" y="49597"/>
                  </a:lnTo>
                  <a:lnTo>
                    <a:pt x="219861" y="591919"/>
                  </a:lnTo>
                  <a:lnTo>
                    <a:pt x="219434" y="613981"/>
                  </a:lnTo>
                  <a:lnTo>
                    <a:pt x="192982" y="654521"/>
                  </a:lnTo>
                  <a:lnTo>
                    <a:pt x="162844" y="664590"/>
                  </a:lnTo>
                  <a:close/>
                </a:path>
              </a:pathLst>
            </a:custGeom>
            <a:solidFill>
              <a:srgbClr val="8E7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6218343" y="3984760"/>
              <a:ext cx="617220" cy="643255"/>
            </a:xfrm>
            <a:custGeom>
              <a:avLst/>
              <a:gdLst/>
              <a:ahLst/>
              <a:cxnLst/>
              <a:rect l="l" t="t" r="r" b="b"/>
              <a:pathLst>
                <a:path w="617219" h="643254">
                  <a:moveTo>
                    <a:pt x="392609" y="642995"/>
                  </a:moveTo>
                  <a:lnTo>
                    <a:pt x="308598" y="642157"/>
                  </a:lnTo>
                  <a:lnTo>
                    <a:pt x="253547" y="638549"/>
                  </a:lnTo>
                  <a:lnTo>
                    <a:pt x="203295" y="627755"/>
                  </a:lnTo>
                  <a:lnTo>
                    <a:pt x="157944" y="609816"/>
                  </a:lnTo>
                  <a:lnTo>
                    <a:pt x="117595" y="584774"/>
                  </a:lnTo>
                  <a:lnTo>
                    <a:pt x="82351" y="552674"/>
                  </a:lnTo>
                  <a:lnTo>
                    <a:pt x="43542" y="498084"/>
                  </a:lnTo>
                  <a:lnTo>
                    <a:pt x="19173" y="440711"/>
                  </a:lnTo>
                  <a:lnTo>
                    <a:pt x="5973" y="385963"/>
                  </a:lnTo>
                  <a:lnTo>
                    <a:pt x="673" y="339244"/>
                  </a:lnTo>
                  <a:lnTo>
                    <a:pt x="0" y="305962"/>
                  </a:lnTo>
                  <a:lnTo>
                    <a:pt x="683" y="291522"/>
                  </a:lnTo>
                  <a:lnTo>
                    <a:pt x="7601" y="268013"/>
                  </a:lnTo>
                  <a:lnTo>
                    <a:pt x="22474" y="249603"/>
                  </a:lnTo>
                  <a:lnTo>
                    <a:pt x="43134" y="238144"/>
                  </a:lnTo>
                  <a:lnTo>
                    <a:pt x="67413" y="235490"/>
                  </a:lnTo>
                  <a:lnTo>
                    <a:pt x="90887" y="242384"/>
                  </a:lnTo>
                  <a:lnTo>
                    <a:pt x="109261" y="257235"/>
                  </a:lnTo>
                  <a:lnTo>
                    <a:pt x="120725" y="277896"/>
                  </a:lnTo>
                  <a:lnTo>
                    <a:pt x="123469" y="302220"/>
                  </a:lnTo>
                  <a:lnTo>
                    <a:pt x="123150" y="311116"/>
                  </a:lnTo>
                  <a:lnTo>
                    <a:pt x="123747" y="334008"/>
                  </a:lnTo>
                  <a:lnTo>
                    <a:pt x="127477" y="366421"/>
                  </a:lnTo>
                  <a:lnTo>
                    <a:pt x="136559" y="403881"/>
                  </a:lnTo>
                  <a:lnTo>
                    <a:pt x="257127" y="444062"/>
                  </a:lnTo>
                  <a:lnTo>
                    <a:pt x="261441" y="444062"/>
                  </a:lnTo>
                  <a:lnTo>
                    <a:pt x="331326" y="420742"/>
                  </a:lnTo>
                  <a:lnTo>
                    <a:pt x="334457" y="418573"/>
                  </a:lnTo>
                  <a:lnTo>
                    <a:pt x="428500" y="301037"/>
                  </a:lnTo>
                  <a:lnTo>
                    <a:pt x="429067" y="292237"/>
                  </a:lnTo>
                  <a:lnTo>
                    <a:pt x="407547" y="256345"/>
                  </a:lnTo>
                  <a:lnTo>
                    <a:pt x="385135" y="228452"/>
                  </a:lnTo>
                  <a:lnTo>
                    <a:pt x="340442" y="174580"/>
                  </a:lnTo>
                  <a:lnTo>
                    <a:pt x="319444" y="150444"/>
                  </a:lnTo>
                  <a:lnTo>
                    <a:pt x="238553" y="188146"/>
                  </a:lnTo>
                  <a:lnTo>
                    <a:pt x="180163" y="213190"/>
                  </a:lnTo>
                  <a:lnTo>
                    <a:pt x="144270" y="227266"/>
                  </a:lnTo>
                  <a:lnTo>
                    <a:pt x="130865" y="232064"/>
                  </a:lnTo>
                  <a:lnTo>
                    <a:pt x="106577" y="235015"/>
                  </a:lnTo>
                  <a:lnTo>
                    <a:pt x="83821" y="228677"/>
                  </a:lnTo>
                  <a:lnTo>
                    <a:pt x="65101" y="214284"/>
                  </a:lnTo>
                  <a:lnTo>
                    <a:pt x="52918" y="193066"/>
                  </a:lnTo>
                  <a:lnTo>
                    <a:pt x="49922" y="168778"/>
                  </a:lnTo>
                  <a:lnTo>
                    <a:pt x="56255" y="146023"/>
                  </a:lnTo>
                  <a:lnTo>
                    <a:pt x="70663" y="127302"/>
                  </a:lnTo>
                  <a:lnTo>
                    <a:pt x="91891" y="115120"/>
                  </a:lnTo>
                  <a:lnTo>
                    <a:pt x="126811" y="101793"/>
                  </a:lnTo>
                  <a:lnTo>
                    <a:pt x="169702" y="83779"/>
                  </a:lnTo>
                  <a:lnTo>
                    <a:pt x="229365" y="56816"/>
                  </a:lnTo>
                  <a:lnTo>
                    <a:pt x="305665" y="19868"/>
                  </a:lnTo>
                  <a:lnTo>
                    <a:pt x="345402" y="0"/>
                  </a:lnTo>
                  <a:lnTo>
                    <a:pt x="376807" y="31405"/>
                  </a:lnTo>
                  <a:lnTo>
                    <a:pt x="401410" y="57355"/>
                  </a:lnTo>
                  <a:lnTo>
                    <a:pt x="428882" y="88490"/>
                  </a:lnTo>
                  <a:lnTo>
                    <a:pt x="458001" y="123019"/>
                  </a:lnTo>
                  <a:lnTo>
                    <a:pt x="487539" y="159146"/>
                  </a:lnTo>
                  <a:lnTo>
                    <a:pt x="520945" y="195637"/>
                  </a:lnTo>
                  <a:lnTo>
                    <a:pt x="550526" y="229583"/>
                  </a:lnTo>
                  <a:lnTo>
                    <a:pt x="571662" y="256573"/>
                  </a:lnTo>
                  <a:lnTo>
                    <a:pt x="579734" y="272196"/>
                  </a:lnTo>
                  <a:lnTo>
                    <a:pt x="579315" y="276140"/>
                  </a:lnTo>
                  <a:lnTo>
                    <a:pt x="604385" y="309172"/>
                  </a:lnTo>
                  <a:lnTo>
                    <a:pt x="611910" y="322323"/>
                  </a:lnTo>
                  <a:lnTo>
                    <a:pt x="615885" y="336433"/>
                  </a:lnTo>
                  <a:lnTo>
                    <a:pt x="616421" y="350871"/>
                  </a:lnTo>
                  <a:lnTo>
                    <a:pt x="613629" y="365006"/>
                  </a:lnTo>
                  <a:lnTo>
                    <a:pt x="615453" y="370824"/>
                  </a:lnTo>
                  <a:lnTo>
                    <a:pt x="614602" y="443148"/>
                  </a:lnTo>
                  <a:lnTo>
                    <a:pt x="608016" y="493182"/>
                  </a:lnTo>
                  <a:lnTo>
                    <a:pt x="596693" y="534495"/>
                  </a:lnTo>
                  <a:lnTo>
                    <a:pt x="558707" y="595148"/>
                  </a:lnTo>
                  <a:lnTo>
                    <a:pt x="524302" y="620407"/>
                  </a:lnTo>
                  <a:lnTo>
                    <a:pt x="485179" y="634879"/>
                  </a:lnTo>
                  <a:lnTo>
                    <a:pt x="441295" y="641447"/>
                  </a:lnTo>
                  <a:lnTo>
                    <a:pt x="392609" y="642995"/>
                  </a:lnTo>
                  <a:close/>
                </a:path>
              </a:pathLst>
            </a:custGeom>
            <a:solidFill>
              <a:srgbClr val="D1D5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6674819" y="3985771"/>
              <a:ext cx="147955" cy="271780"/>
            </a:xfrm>
            <a:custGeom>
              <a:avLst/>
              <a:gdLst/>
              <a:ahLst/>
              <a:cxnLst/>
              <a:rect l="l" t="t" r="r" b="b"/>
              <a:pathLst>
                <a:path w="147955" h="271779">
                  <a:moveTo>
                    <a:pt x="126635" y="271185"/>
                  </a:moveTo>
                  <a:lnTo>
                    <a:pt x="123282" y="271185"/>
                  </a:lnTo>
                  <a:lnTo>
                    <a:pt x="116340" y="270190"/>
                  </a:lnTo>
                  <a:lnTo>
                    <a:pt x="2123" y="34683"/>
                  </a:lnTo>
                  <a:lnTo>
                    <a:pt x="0" y="25124"/>
                  </a:lnTo>
                  <a:lnTo>
                    <a:pt x="1645" y="15816"/>
                  </a:lnTo>
                  <a:lnTo>
                    <a:pt x="6661" y="7807"/>
                  </a:lnTo>
                  <a:lnTo>
                    <a:pt x="14646" y="2144"/>
                  </a:lnTo>
                  <a:lnTo>
                    <a:pt x="24216" y="0"/>
                  </a:lnTo>
                  <a:lnTo>
                    <a:pt x="33522" y="1645"/>
                  </a:lnTo>
                  <a:lnTo>
                    <a:pt x="41525" y="6665"/>
                  </a:lnTo>
                  <a:lnTo>
                    <a:pt x="47185" y="14642"/>
                  </a:lnTo>
                  <a:lnTo>
                    <a:pt x="145789" y="236501"/>
                  </a:lnTo>
                  <a:lnTo>
                    <a:pt x="147912" y="246060"/>
                  </a:lnTo>
                  <a:lnTo>
                    <a:pt x="146266" y="255368"/>
                  </a:lnTo>
                  <a:lnTo>
                    <a:pt x="141251" y="263377"/>
                  </a:lnTo>
                  <a:lnTo>
                    <a:pt x="133266" y="269040"/>
                  </a:lnTo>
                  <a:lnTo>
                    <a:pt x="130012" y="270519"/>
                  </a:lnTo>
                  <a:lnTo>
                    <a:pt x="126635" y="271185"/>
                  </a:lnTo>
                  <a:close/>
                </a:path>
              </a:pathLst>
            </a:custGeom>
            <a:solidFill>
              <a:srgbClr val="8E7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6650296" y="3749161"/>
              <a:ext cx="240029" cy="838200"/>
            </a:xfrm>
            <a:custGeom>
              <a:avLst/>
              <a:gdLst/>
              <a:ahLst/>
              <a:cxnLst/>
              <a:rect l="l" t="t" r="r" b="b"/>
              <a:pathLst>
                <a:path w="240030" h="838200">
                  <a:moveTo>
                    <a:pt x="50656" y="721913"/>
                  </a:moveTo>
                  <a:lnTo>
                    <a:pt x="95246" y="649105"/>
                  </a:lnTo>
                  <a:lnTo>
                    <a:pt x="111322" y="573933"/>
                  </a:lnTo>
                  <a:lnTo>
                    <a:pt x="116671" y="491809"/>
                  </a:lnTo>
                  <a:lnTo>
                    <a:pt x="112834" y="425885"/>
                  </a:lnTo>
                  <a:lnTo>
                    <a:pt x="104375" y="377274"/>
                  </a:lnTo>
                  <a:lnTo>
                    <a:pt x="95859" y="347090"/>
                  </a:lnTo>
                  <a:lnTo>
                    <a:pt x="91848" y="336446"/>
                  </a:lnTo>
                  <a:lnTo>
                    <a:pt x="89555" y="330751"/>
                  </a:lnTo>
                  <a:lnTo>
                    <a:pt x="3277" y="81678"/>
                  </a:lnTo>
                  <a:lnTo>
                    <a:pt x="6066" y="34585"/>
                  </a:lnTo>
                  <a:lnTo>
                    <a:pt x="41338" y="3263"/>
                  </a:lnTo>
                  <a:lnTo>
                    <a:pt x="65574" y="0"/>
                  </a:lnTo>
                  <a:lnTo>
                    <a:pt x="88412" y="6070"/>
                  </a:lnTo>
                  <a:lnTo>
                    <a:pt x="107317" y="20253"/>
                  </a:lnTo>
                  <a:lnTo>
                    <a:pt x="119753" y="41324"/>
                  </a:lnTo>
                  <a:lnTo>
                    <a:pt x="205267" y="288154"/>
                  </a:lnTo>
                  <a:lnTo>
                    <a:pt x="212109" y="306189"/>
                  </a:lnTo>
                  <a:lnTo>
                    <a:pt x="221593" y="337986"/>
                  </a:lnTo>
                  <a:lnTo>
                    <a:pt x="231101" y="382882"/>
                  </a:lnTo>
                  <a:lnTo>
                    <a:pt x="238013" y="440214"/>
                  </a:lnTo>
                  <a:lnTo>
                    <a:pt x="239708" y="509320"/>
                  </a:lnTo>
                  <a:lnTo>
                    <a:pt x="233566" y="589537"/>
                  </a:lnTo>
                  <a:lnTo>
                    <a:pt x="215534" y="677359"/>
                  </a:lnTo>
                  <a:lnTo>
                    <a:pt x="198463" y="720286"/>
                  </a:lnTo>
                  <a:lnTo>
                    <a:pt x="54970" y="720286"/>
                  </a:lnTo>
                  <a:lnTo>
                    <a:pt x="53343" y="720557"/>
                  </a:lnTo>
                  <a:lnTo>
                    <a:pt x="50656" y="721913"/>
                  </a:lnTo>
                  <a:close/>
                </a:path>
                <a:path w="240030" h="838200">
                  <a:moveTo>
                    <a:pt x="92711" y="837624"/>
                  </a:moveTo>
                  <a:lnTo>
                    <a:pt x="55057" y="720557"/>
                  </a:lnTo>
                  <a:lnTo>
                    <a:pt x="54970" y="720286"/>
                  </a:lnTo>
                  <a:lnTo>
                    <a:pt x="198463" y="720286"/>
                  </a:lnTo>
                  <a:lnTo>
                    <a:pt x="160633" y="786748"/>
                  </a:lnTo>
                  <a:lnTo>
                    <a:pt x="131968" y="815305"/>
                  </a:lnTo>
                  <a:lnTo>
                    <a:pt x="92711" y="837624"/>
                  </a:lnTo>
                  <a:close/>
                </a:path>
              </a:pathLst>
            </a:custGeom>
            <a:solidFill>
              <a:srgbClr val="D1D5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15087096" y="3754799"/>
            <a:ext cx="867410" cy="863600"/>
            <a:chOff x="15087096" y="3754799"/>
            <a:chExt cx="867410" cy="863600"/>
          </a:xfrm>
        </p:grpSpPr>
        <p:sp>
          <p:nvSpPr>
            <p:cNvPr id="37" name="object 37"/>
            <p:cNvSpPr/>
            <p:nvPr/>
          </p:nvSpPr>
          <p:spPr>
            <a:xfrm>
              <a:off x="15087092" y="3754805"/>
              <a:ext cx="866775" cy="863600"/>
            </a:xfrm>
            <a:custGeom>
              <a:avLst/>
              <a:gdLst/>
              <a:ahLst/>
              <a:cxnLst/>
              <a:rect l="l" t="t" r="r" b="b"/>
              <a:pathLst>
                <a:path w="866775" h="863600">
                  <a:moveTo>
                    <a:pt x="108356" y="637209"/>
                  </a:moveTo>
                  <a:lnTo>
                    <a:pt x="107022" y="627722"/>
                  </a:lnTo>
                  <a:lnTo>
                    <a:pt x="102108" y="619531"/>
                  </a:lnTo>
                  <a:lnTo>
                    <a:pt x="94691" y="614045"/>
                  </a:lnTo>
                  <a:lnTo>
                    <a:pt x="85750" y="611708"/>
                  </a:lnTo>
                  <a:lnTo>
                    <a:pt x="76238" y="613003"/>
                  </a:lnTo>
                  <a:lnTo>
                    <a:pt x="16052" y="634263"/>
                  </a:lnTo>
                  <a:lnTo>
                    <a:pt x="7823" y="639178"/>
                  </a:lnTo>
                  <a:lnTo>
                    <a:pt x="2324" y="646595"/>
                  </a:lnTo>
                  <a:lnTo>
                    <a:pt x="0" y="655548"/>
                  </a:lnTo>
                  <a:lnTo>
                    <a:pt x="1333" y="665035"/>
                  </a:lnTo>
                  <a:lnTo>
                    <a:pt x="4965" y="671728"/>
                  </a:lnTo>
                  <a:lnTo>
                    <a:pt x="10299" y="676795"/>
                  </a:lnTo>
                  <a:lnTo>
                    <a:pt x="16827" y="680008"/>
                  </a:lnTo>
                  <a:lnTo>
                    <a:pt x="24091" y="681126"/>
                  </a:lnTo>
                  <a:lnTo>
                    <a:pt x="26746" y="681126"/>
                  </a:lnTo>
                  <a:lnTo>
                    <a:pt x="92303" y="658495"/>
                  </a:lnTo>
                  <a:lnTo>
                    <a:pt x="108356" y="637209"/>
                  </a:lnTo>
                  <a:close/>
                </a:path>
                <a:path w="866775" h="863600">
                  <a:moveTo>
                    <a:pt x="156095" y="734098"/>
                  </a:moveTo>
                  <a:lnTo>
                    <a:pt x="154317" y="725030"/>
                  </a:lnTo>
                  <a:lnTo>
                    <a:pt x="149021" y="717042"/>
                  </a:lnTo>
                  <a:lnTo>
                    <a:pt x="141033" y="711746"/>
                  </a:lnTo>
                  <a:lnTo>
                    <a:pt x="131965" y="709968"/>
                  </a:lnTo>
                  <a:lnTo>
                    <a:pt x="122885" y="711746"/>
                  </a:lnTo>
                  <a:lnTo>
                    <a:pt x="114909" y="717042"/>
                  </a:lnTo>
                  <a:lnTo>
                    <a:pt x="29248" y="802652"/>
                  </a:lnTo>
                  <a:lnTo>
                    <a:pt x="23939" y="810641"/>
                  </a:lnTo>
                  <a:lnTo>
                    <a:pt x="22174" y="819708"/>
                  </a:lnTo>
                  <a:lnTo>
                    <a:pt x="23939" y="828789"/>
                  </a:lnTo>
                  <a:lnTo>
                    <a:pt x="29248" y="836764"/>
                  </a:lnTo>
                  <a:lnTo>
                    <a:pt x="33947" y="841476"/>
                  </a:lnTo>
                  <a:lnTo>
                    <a:pt x="40132" y="843838"/>
                  </a:lnTo>
                  <a:lnTo>
                    <a:pt x="52476" y="843838"/>
                  </a:lnTo>
                  <a:lnTo>
                    <a:pt x="58674" y="841476"/>
                  </a:lnTo>
                  <a:lnTo>
                    <a:pt x="149021" y="751154"/>
                  </a:lnTo>
                  <a:lnTo>
                    <a:pt x="154317" y="743178"/>
                  </a:lnTo>
                  <a:lnTo>
                    <a:pt x="156095" y="734098"/>
                  </a:lnTo>
                  <a:close/>
                </a:path>
                <a:path w="866775" h="863600">
                  <a:moveTo>
                    <a:pt x="256527" y="773544"/>
                  </a:moveTo>
                  <a:lnTo>
                    <a:pt x="254177" y="764603"/>
                  </a:lnTo>
                  <a:lnTo>
                    <a:pt x="248653" y="757186"/>
                  </a:lnTo>
                  <a:lnTo>
                    <a:pt x="240423" y="752284"/>
                  </a:lnTo>
                  <a:lnTo>
                    <a:pt x="230936" y="750989"/>
                  </a:lnTo>
                  <a:lnTo>
                    <a:pt x="221983" y="753338"/>
                  </a:lnTo>
                  <a:lnTo>
                    <a:pt x="214566" y="758875"/>
                  </a:lnTo>
                  <a:lnTo>
                    <a:pt x="209689" y="767105"/>
                  </a:lnTo>
                  <a:lnTo>
                    <a:pt x="186258" y="833996"/>
                  </a:lnTo>
                  <a:lnTo>
                    <a:pt x="184937" y="843483"/>
                  </a:lnTo>
                  <a:lnTo>
                    <a:pt x="187286" y="852436"/>
                  </a:lnTo>
                  <a:lnTo>
                    <a:pt x="192811" y="859840"/>
                  </a:lnTo>
                  <a:lnTo>
                    <a:pt x="198615" y="863282"/>
                  </a:lnTo>
                  <a:lnTo>
                    <a:pt x="219684" y="863282"/>
                  </a:lnTo>
                  <a:lnTo>
                    <a:pt x="255206" y="783018"/>
                  </a:lnTo>
                  <a:lnTo>
                    <a:pt x="256527" y="773544"/>
                  </a:lnTo>
                  <a:close/>
                </a:path>
                <a:path w="866775" h="863600">
                  <a:moveTo>
                    <a:pt x="681761" y="22542"/>
                  </a:moveTo>
                  <a:lnTo>
                    <a:pt x="679411" y="13601"/>
                  </a:lnTo>
                  <a:lnTo>
                    <a:pt x="673887" y="6184"/>
                  </a:lnTo>
                  <a:lnTo>
                    <a:pt x="665645" y="1308"/>
                  </a:lnTo>
                  <a:lnTo>
                    <a:pt x="656158" y="0"/>
                  </a:lnTo>
                  <a:lnTo>
                    <a:pt x="647217" y="2349"/>
                  </a:lnTo>
                  <a:lnTo>
                    <a:pt x="639813" y="7886"/>
                  </a:lnTo>
                  <a:lnTo>
                    <a:pt x="634923" y="16116"/>
                  </a:lnTo>
                  <a:lnTo>
                    <a:pt x="611517" y="83007"/>
                  </a:lnTo>
                  <a:lnTo>
                    <a:pt x="610209" y="92506"/>
                  </a:lnTo>
                  <a:lnTo>
                    <a:pt x="612559" y="101447"/>
                  </a:lnTo>
                  <a:lnTo>
                    <a:pt x="618096" y="108851"/>
                  </a:lnTo>
                  <a:lnTo>
                    <a:pt x="626325" y="113741"/>
                  </a:lnTo>
                  <a:lnTo>
                    <a:pt x="628954" y="114655"/>
                  </a:lnTo>
                  <a:lnTo>
                    <a:pt x="631659" y="115112"/>
                  </a:lnTo>
                  <a:lnTo>
                    <a:pt x="634288" y="115112"/>
                  </a:lnTo>
                  <a:lnTo>
                    <a:pt x="680466" y="32042"/>
                  </a:lnTo>
                  <a:lnTo>
                    <a:pt x="681761" y="22542"/>
                  </a:lnTo>
                  <a:close/>
                </a:path>
                <a:path w="866775" h="863600">
                  <a:moveTo>
                    <a:pt x="793965" y="624713"/>
                  </a:moveTo>
                  <a:lnTo>
                    <a:pt x="789533" y="605980"/>
                  </a:lnTo>
                  <a:lnTo>
                    <a:pt x="778332" y="586232"/>
                  </a:lnTo>
                  <a:lnTo>
                    <a:pt x="772490" y="572020"/>
                  </a:lnTo>
                  <a:lnTo>
                    <a:pt x="770026" y="566039"/>
                  </a:lnTo>
                  <a:lnTo>
                    <a:pt x="767816" y="542442"/>
                  </a:lnTo>
                  <a:lnTo>
                    <a:pt x="767956" y="516128"/>
                  </a:lnTo>
                  <a:lnTo>
                    <a:pt x="766749" y="487756"/>
                  </a:lnTo>
                  <a:lnTo>
                    <a:pt x="762939" y="464070"/>
                  </a:lnTo>
                  <a:lnTo>
                    <a:pt x="762863" y="463613"/>
                  </a:lnTo>
                  <a:lnTo>
                    <a:pt x="759180" y="440715"/>
                  </a:lnTo>
                  <a:lnTo>
                    <a:pt x="742746" y="395376"/>
                  </a:lnTo>
                  <a:lnTo>
                    <a:pt x="730224" y="374434"/>
                  </a:lnTo>
                  <a:lnTo>
                    <a:pt x="720229" y="357746"/>
                  </a:lnTo>
                  <a:lnTo>
                    <a:pt x="717219" y="352704"/>
                  </a:lnTo>
                  <a:lnTo>
                    <a:pt x="715721" y="351040"/>
                  </a:lnTo>
                  <a:lnTo>
                    <a:pt x="682320" y="313690"/>
                  </a:lnTo>
                  <a:lnTo>
                    <a:pt x="502221" y="146240"/>
                  </a:lnTo>
                  <a:lnTo>
                    <a:pt x="496163" y="141630"/>
                  </a:lnTo>
                  <a:lnTo>
                    <a:pt x="480352" y="134162"/>
                  </a:lnTo>
                  <a:lnTo>
                    <a:pt x="458343" y="133350"/>
                  </a:lnTo>
                  <a:lnTo>
                    <a:pt x="433692" y="148717"/>
                  </a:lnTo>
                  <a:lnTo>
                    <a:pt x="420154" y="174396"/>
                  </a:lnTo>
                  <a:lnTo>
                    <a:pt x="422567" y="196278"/>
                  </a:lnTo>
                  <a:lnTo>
                    <a:pt x="431165" y="211518"/>
                  </a:lnTo>
                  <a:lnTo>
                    <a:pt x="436194" y="217220"/>
                  </a:lnTo>
                  <a:lnTo>
                    <a:pt x="578231" y="349326"/>
                  </a:lnTo>
                  <a:lnTo>
                    <a:pt x="574509" y="351040"/>
                  </a:lnTo>
                  <a:lnTo>
                    <a:pt x="560844" y="349719"/>
                  </a:lnTo>
                  <a:lnTo>
                    <a:pt x="533488" y="335661"/>
                  </a:lnTo>
                  <a:lnTo>
                    <a:pt x="488708" y="299199"/>
                  </a:lnTo>
                  <a:lnTo>
                    <a:pt x="242176" y="69888"/>
                  </a:lnTo>
                  <a:lnTo>
                    <a:pt x="236105" y="65290"/>
                  </a:lnTo>
                  <a:lnTo>
                    <a:pt x="220281" y="57823"/>
                  </a:lnTo>
                  <a:lnTo>
                    <a:pt x="198272" y="57023"/>
                  </a:lnTo>
                  <a:lnTo>
                    <a:pt x="173621" y="72390"/>
                  </a:lnTo>
                  <a:lnTo>
                    <a:pt x="160083" y="98069"/>
                  </a:lnTo>
                  <a:lnTo>
                    <a:pt x="162483" y="119951"/>
                  </a:lnTo>
                  <a:lnTo>
                    <a:pt x="171081" y="135191"/>
                  </a:lnTo>
                  <a:lnTo>
                    <a:pt x="176110" y="140906"/>
                  </a:lnTo>
                  <a:lnTo>
                    <a:pt x="408711" y="357276"/>
                  </a:lnTo>
                  <a:lnTo>
                    <a:pt x="391591" y="374434"/>
                  </a:lnTo>
                  <a:lnTo>
                    <a:pt x="141859" y="142163"/>
                  </a:lnTo>
                  <a:lnTo>
                    <a:pt x="135788" y="137553"/>
                  </a:lnTo>
                  <a:lnTo>
                    <a:pt x="119976" y="130086"/>
                  </a:lnTo>
                  <a:lnTo>
                    <a:pt x="97955" y="129273"/>
                  </a:lnTo>
                  <a:lnTo>
                    <a:pt x="73317" y="144640"/>
                  </a:lnTo>
                  <a:lnTo>
                    <a:pt x="59778" y="170332"/>
                  </a:lnTo>
                  <a:lnTo>
                    <a:pt x="62179" y="192214"/>
                  </a:lnTo>
                  <a:lnTo>
                    <a:pt x="70777" y="207441"/>
                  </a:lnTo>
                  <a:lnTo>
                    <a:pt x="75806" y="213144"/>
                  </a:lnTo>
                  <a:lnTo>
                    <a:pt x="325259" y="445185"/>
                  </a:lnTo>
                  <a:lnTo>
                    <a:pt x="325551" y="445477"/>
                  </a:lnTo>
                  <a:lnTo>
                    <a:pt x="309486" y="463613"/>
                  </a:lnTo>
                  <a:lnTo>
                    <a:pt x="309968" y="464070"/>
                  </a:lnTo>
                  <a:lnTo>
                    <a:pt x="94792" y="263906"/>
                  </a:lnTo>
                  <a:lnTo>
                    <a:pt x="88722" y="259295"/>
                  </a:lnTo>
                  <a:lnTo>
                    <a:pt x="72910" y="251828"/>
                  </a:lnTo>
                  <a:lnTo>
                    <a:pt x="50901" y="251015"/>
                  </a:lnTo>
                  <a:lnTo>
                    <a:pt x="26263" y="266395"/>
                  </a:lnTo>
                  <a:lnTo>
                    <a:pt x="12712" y="292074"/>
                  </a:lnTo>
                  <a:lnTo>
                    <a:pt x="15113" y="313969"/>
                  </a:lnTo>
                  <a:lnTo>
                    <a:pt x="23710" y="329209"/>
                  </a:lnTo>
                  <a:lnTo>
                    <a:pt x="28740" y="334924"/>
                  </a:lnTo>
                  <a:lnTo>
                    <a:pt x="257517" y="547687"/>
                  </a:lnTo>
                  <a:lnTo>
                    <a:pt x="256565" y="551967"/>
                  </a:lnTo>
                  <a:lnTo>
                    <a:pt x="252603" y="559676"/>
                  </a:lnTo>
                  <a:lnTo>
                    <a:pt x="248742" y="567461"/>
                  </a:lnTo>
                  <a:lnTo>
                    <a:pt x="248094" y="572020"/>
                  </a:lnTo>
                  <a:lnTo>
                    <a:pt x="83235" y="418693"/>
                  </a:lnTo>
                  <a:lnTo>
                    <a:pt x="77165" y="414096"/>
                  </a:lnTo>
                  <a:lnTo>
                    <a:pt x="61353" y="406628"/>
                  </a:lnTo>
                  <a:lnTo>
                    <a:pt x="39344" y="405828"/>
                  </a:lnTo>
                  <a:lnTo>
                    <a:pt x="14706" y="421208"/>
                  </a:lnTo>
                  <a:lnTo>
                    <a:pt x="1155" y="446900"/>
                  </a:lnTo>
                  <a:lnTo>
                    <a:pt x="3556" y="468795"/>
                  </a:lnTo>
                  <a:lnTo>
                    <a:pt x="286080" y="739724"/>
                  </a:lnTo>
                  <a:lnTo>
                    <a:pt x="320103" y="767283"/>
                  </a:lnTo>
                  <a:lnTo>
                    <a:pt x="355358" y="787793"/>
                  </a:lnTo>
                  <a:lnTo>
                    <a:pt x="392620" y="801916"/>
                  </a:lnTo>
                  <a:lnTo>
                    <a:pt x="432650" y="810348"/>
                  </a:lnTo>
                  <a:lnTo>
                    <a:pt x="458508" y="812215"/>
                  </a:lnTo>
                  <a:lnTo>
                    <a:pt x="464375" y="812673"/>
                  </a:lnTo>
                  <a:lnTo>
                    <a:pt x="478116" y="815289"/>
                  </a:lnTo>
                  <a:lnTo>
                    <a:pt x="491756" y="819759"/>
                  </a:lnTo>
                  <a:lnTo>
                    <a:pt x="505993" y="826312"/>
                  </a:lnTo>
                  <a:lnTo>
                    <a:pt x="521589" y="835202"/>
                  </a:lnTo>
                  <a:lnTo>
                    <a:pt x="545007" y="845959"/>
                  </a:lnTo>
                  <a:lnTo>
                    <a:pt x="570712" y="850747"/>
                  </a:lnTo>
                  <a:lnTo>
                    <a:pt x="595680" y="847382"/>
                  </a:lnTo>
                  <a:lnTo>
                    <a:pt x="616902" y="833678"/>
                  </a:lnTo>
                  <a:lnTo>
                    <a:pt x="777151" y="662241"/>
                  </a:lnTo>
                  <a:lnTo>
                    <a:pt x="790282" y="643204"/>
                  </a:lnTo>
                  <a:lnTo>
                    <a:pt x="793965" y="624713"/>
                  </a:lnTo>
                  <a:close/>
                </a:path>
                <a:path w="866775" h="863600">
                  <a:moveTo>
                    <a:pt x="844550" y="46278"/>
                  </a:moveTo>
                  <a:lnTo>
                    <a:pt x="842784" y="37185"/>
                  </a:lnTo>
                  <a:lnTo>
                    <a:pt x="837476" y="29210"/>
                  </a:lnTo>
                  <a:lnTo>
                    <a:pt x="829487" y="23926"/>
                  </a:lnTo>
                  <a:lnTo>
                    <a:pt x="820420" y="22161"/>
                  </a:lnTo>
                  <a:lnTo>
                    <a:pt x="811352" y="23926"/>
                  </a:lnTo>
                  <a:lnTo>
                    <a:pt x="803363" y="29210"/>
                  </a:lnTo>
                  <a:lnTo>
                    <a:pt x="717677" y="114846"/>
                  </a:lnTo>
                  <a:lnTo>
                    <a:pt x="712381" y="122834"/>
                  </a:lnTo>
                  <a:lnTo>
                    <a:pt x="710603" y="131914"/>
                  </a:lnTo>
                  <a:lnTo>
                    <a:pt x="712381" y="140995"/>
                  </a:lnTo>
                  <a:lnTo>
                    <a:pt x="717677" y="148983"/>
                  </a:lnTo>
                  <a:lnTo>
                    <a:pt x="722388" y="153682"/>
                  </a:lnTo>
                  <a:lnTo>
                    <a:pt x="728560" y="156057"/>
                  </a:lnTo>
                  <a:lnTo>
                    <a:pt x="740918" y="156057"/>
                  </a:lnTo>
                  <a:lnTo>
                    <a:pt x="747115" y="153682"/>
                  </a:lnTo>
                  <a:lnTo>
                    <a:pt x="837476" y="63347"/>
                  </a:lnTo>
                  <a:lnTo>
                    <a:pt x="842784" y="55359"/>
                  </a:lnTo>
                  <a:lnTo>
                    <a:pt x="844550" y="46278"/>
                  </a:lnTo>
                  <a:close/>
                </a:path>
                <a:path w="866775" h="863600">
                  <a:moveTo>
                    <a:pt x="866724" y="210477"/>
                  </a:moveTo>
                  <a:lnTo>
                    <a:pt x="865390" y="200990"/>
                  </a:lnTo>
                  <a:lnTo>
                    <a:pt x="860475" y="192773"/>
                  </a:lnTo>
                  <a:lnTo>
                    <a:pt x="853046" y="187261"/>
                  </a:lnTo>
                  <a:lnTo>
                    <a:pt x="844105" y="184924"/>
                  </a:lnTo>
                  <a:lnTo>
                    <a:pt x="834605" y="186283"/>
                  </a:lnTo>
                  <a:lnTo>
                    <a:pt x="774446" y="207530"/>
                  </a:lnTo>
                  <a:lnTo>
                    <a:pt x="766229" y="212445"/>
                  </a:lnTo>
                  <a:lnTo>
                    <a:pt x="760717" y="219875"/>
                  </a:lnTo>
                  <a:lnTo>
                    <a:pt x="758393" y="228828"/>
                  </a:lnTo>
                  <a:lnTo>
                    <a:pt x="759726" y="238315"/>
                  </a:lnTo>
                  <a:lnTo>
                    <a:pt x="763358" y="244995"/>
                  </a:lnTo>
                  <a:lnTo>
                    <a:pt x="768680" y="250063"/>
                  </a:lnTo>
                  <a:lnTo>
                    <a:pt x="775220" y="253276"/>
                  </a:lnTo>
                  <a:lnTo>
                    <a:pt x="782472" y="254393"/>
                  </a:lnTo>
                  <a:lnTo>
                    <a:pt x="785126" y="254393"/>
                  </a:lnTo>
                  <a:lnTo>
                    <a:pt x="850671" y="231775"/>
                  </a:lnTo>
                  <a:lnTo>
                    <a:pt x="866724" y="210477"/>
                  </a:lnTo>
                  <a:close/>
                </a:path>
              </a:pathLst>
            </a:custGeom>
            <a:solidFill>
              <a:srgbClr val="FFB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5167845" y="3779928"/>
              <a:ext cx="786765" cy="806450"/>
            </a:xfrm>
            <a:custGeom>
              <a:avLst/>
              <a:gdLst/>
              <a:ahLst/>
              <a:cxnLst/>
              <a:rect l="l" t="t" r="r" b="b"/>
              <a:pathLst>
                <a:path w="786765" h="806450">
                  <a:moveTo>
                    <a:pt x="714396" y="307645"/>
                  </a:moveTo>
                  <a:lnTo>
                    <a:pt x="410882" y="307645"/>
                  </a:lnTo>
                  <a:lnTo>
                    <a:pt x="185191" y="83064"/>
                  </a:lnTo>
                  <a:lnTo>
                    <a:pt x="180355" y="77186"/>
                  </a:lnTo>
                  <a:lnTo>
                    <a:pt x="172280" y="61679"/>
                  </a:lnTo>
                  <a:lnTo>
                    <a:pt x="170618" y="39731"/>
                  </a:lnTo>
                  <a:lnTo>
                    <a:pt x="185022" y="14531"/>
                  </a:lnTo>
                  <a:lnTo>
                    <a:pt x="210169" y="0"/>
                  </a:lnTo>
                  <a:lnTo>
                    <a:pt x="232140" y="1544"/>
                  </a:lnTo>
                  <a:lnTo>
                    <a:pt x="247697" y="9535"/>
                  </a:lnTo>
                  <a:lnTo>
                    <a:pt x="253603" y="14338"/>
                  </a:lnTo>
                  <a:lnTo>
                    <a:pt x="492271" y="251825"/>
                  </a:lnTo>
                  <a:lnTo>
                    <a:pt x="535795" y="289780"/>
                  </a:lnTo>
                  <a:lnTo>
                    <a:pt x="562658" y="304744"/>
                  </a:lnTo>
                  <a:lnTo>
                    <a:pt x="576273" y="306528"/>
                  </a:lnTo>
                  <a:lnTo>
                    <a:pt x="713463" y="306528"/>
                  </a:lnTo>
                  <a:lnTo>
                    <a:pt x="714396" y="307645"/>
                  </a:lnTo>
                  <a:close/>
                </a:path>
                <a:path w="786765" h="806450">
                  <a:moveTo>
                    <a:pt x="758871" y="410551"/>
                  </a:moveTo>
                  <a:lnTo>
                    <a:pt x="308072" y="410551"/>
                  </a:lnTo>
                  <a:lnTo>
                    <a:pt x="307589" y="410069"/>
                  </a:lnTo>
                  <a:lnTo>
                    <a:pt x="324282" y="392484"/>
                  </a:lnTo>
                  <a:lnTo>
                    <a:pt x="82502" y="151885"/>
                  </a:lnTo>
                  <a:lnTo>
                    <a:pt x="77668" y="146007"/>
                  </a:lnTo>
                  <a:lnTo>
                    <a:pt x="69599" y="130498"/>
                  </a:lnTo>
                  <a:lnTo>
                    <a:pt x="67939" y="108543"/>
                  </a:lnTo>
                  <a:lnTo>
                    <a:pt x="82333" y="83329"/>
                  </a:lnTo>
                  <a:lnTo>
                    <a:pt x="107479" y="68801"/>
                  </a:lnTo>
                  <a:lnTo>
                    <a:pt x="129450" y="70354"/>
                  </a:lnTo>
                  <a:lnTo>
                    <a:pt x="145008" y="78353"/>
                  </a:lnTo>
                  <a:lnTo>
                    <a:pt x="150795" y="83064"/>
                  </a:lnTo>
                  <a:lnTo>
                    <a:pt x="151083" y="83329"/>
                  </a:lnTo>
                  <a:lnTo>
                    <a:pt x="392694" y="323734"/>
                  </a:lnTo>
                  <a:lnTo>
                    <a:pt x="724808" y="323734"/>
                  </a:lnTo>
                  <a:lnTo>
                    <a:pt x="742941" y="356490"/>
                  </a:lnTo>
                  <a:lnTo>
                    <a:pt x="757833" y="402358"/>
                  </a:lnTo>
                  <a:lnTo>
                    <a:pt x="758809" y="410069"/>
                  </a:lnTo>
                  <a:lnTo>
                    <a:pt x="758871" y="410551"/>
                  </a:lnTo>
                  <a:close/>
                </a:path>
                <a:path w="786765" h="806450">
                  <a:moveTo>
                    <a:pt x="713463" y="306528"/>
                  </a:moveTo>
                  <a:lnTo>
                    <a:pt x="576273" y="306528"/>
                  </a:lnTo>
                  <a:lnTo>
                    <a:pt x="580053" y="304943"/>
                  </a:lnTo>
                  <a:lnTo>
                    <a:pt x="442555" y="168144"/>
                  </a:lnTo>
                  <a:lnTo>
                    <a:pt x="437718" y="162263"/>
                  </a:lnTo>
                  <a:lnTo>
                    <a:pt x="429640" y="146747"/>
                  </a:lnTo>
                  <a:lnTo>
                    <a:pt x="427972" y="124791"/>
                  </a:lnTo>
                  <a:lnTo>
                    <a:pt x="442362" y="99588"/>
                  </a:lnTo>
                  <a:lnTo>
                    <a:pt x="467518" y="85056"/>
                  </a:lnTo>
                  <a:lnTo>
                    <a:pt x="489488" y="86601"/>
                  </a:lnTo>
                  <a:lnTo>
                    <a:pt x="505040" y="94591"/>
                  </a:lnTo>
                  <a:lnTo>
                    <a:pt x="510942" y="99395"/>
                  </a:lnTo>
                  <a:lnTo>
                    <a:pt x="685300" y="272812"/>
                  </a:lnTo>
                  <a:lnTo>
                    <a:pt x="713463" y="306528"/>
                  </a:lnTo>
                  <a:close/>
                </a:path>
                <a:path w="786765" h="806450">
                  <a:moveTo>
                    <a:pt x="763759" y="516425"/>
                  </a:moveTo>
                  <a:lnTo>
                    <a:pt x="242579" y="516425"/>
                  </a:lnTo>
                  <a:lnTo>
                    <a:pt x="243397" y="511884"/>
                  </a:lnTo>
                  <a:lnTo>
                    <a:pt x="247515" y="504213"/>
                  </a:lnTo>
                  <a:lnTo>
                    <a:pt x="251728" y="496642"/>
                  </a:lnTo>
                  <a:lnTo>
                    <a:pt x="252831" y="492399"/>
                  </a:lnTo>
                  <a:lnTo>
                    <a:pt x="31362" y="272040"/>
                  </a:lnTo>
                  <a:lnTo>
                    <a:pt x="26525" y="266158"/>
                  </a:lnTo>
                  <a:lnTo>
                    <a:pt x="18450" y="250640"/>
                  </a:lnTo>
                  <a:lnTo>
                    <a:pt x="16789" y="228677"/>
                  </a:lnTo>
                  <a:lnTo>
                    <a:pt x="31193" y="203459"/>
                  </a:lnTo>
                  <a:lnTo>
                    <a:pt x="56339" y="188927"/>
                  </a:lnTo>
                  <a:lnTo>
                    <a:pt x="78310" y="190472"/>
                  </a:lnTo>
                  <a:lnTo>
                    <a:pt x="93868" y="198463"/>
                  </a:lnTo>
                  <a:lnTo>
                    <a:pt x="99773" y="203266"/>
                  </a:lnTo>
                  <a:lnTo>
                    <a:pt x="308072" y="410551"/>
                  </a:lnTo>
                  <a:lnTo>
                    <a:pt x="758871" y="410551"/>
                  </a:lnTo>
                  <a:lnTo>
                    <a:pt x="763819" y="449630"/>
                  </a:lnTo>
                  <a:lnTo>
                    <a:pt x="764067" y="478023"/>
                  </a:lnTo>
                  <a:lnTo>
                    <a:pt x="763037" y="504213"/>
                  </a:lnTo>
                  <a:lnTo>
                    <a:pt x="763759" y="516425"/>
                  </a:lnTo>
                  <a:close/>
                </a:path>
                <a:path w="786765" h="806450">
                  <a:moveTo>
                    <a:pt x="724808" y="323734"/>
                  </a:moveTo>
                  <a:lnTo>
                    <a:pt x="392694" y="323734"/>
                  </a:lnTo>
                  <a:lnTo>
                    <a:pt x="410399" y="307162"/>
                  </a:lnTo>
                  <a:lnTo>
                    <a:pt x="410882" y="307645"/>
                  </a:lnTo>
                  <a:lnTo>
                    <a:pt x="714396" y="307645"/>
                  </a:lnTo>
                  <a:lnTo>
                    <a:pt x="718858" y="312987"/>
                  </a:lnTo>
                  <a:lnTo>
                    <a:pt x="724808" y="323734"/>
                  </a:lnTo>
                  <a:close/>
                </a:path>
                <a:path w="786765" h="806450">
                  <a:moveTo>
                    <a:pt x="555602" y="805839"/>
                  </a:moveTo>
                  <a:lnTo>
                    <a:pt x="530071" y="800191"/>
                  </a:lnTo>
                  <a:lnTo>
                    <a:pt x="507035" y="788648"/>
                  </a:lnTo>
                  <a:lnTo>
                    <a:pt x="491729" y="779233"/>
                  </a:lnTo>
                  <a:lnTo>
                    <a:pt x="477708" y="772194"/>
                  </a:lnTo>
                  <a:lnTo>
                    <a:pt x="464238" y="767267"/>
                  </a:lnTo>
                  <a:lnTo>
                    <a:pt x="450588" y="764188"/>
                  </a:lnTo>
                  <a:lnTo>
                    <a:pt x="444747" y="763538"/>
                  </a:lnTo>
                  <a:lnTo>
                    <a:pt x="436793" y="762880"/>
                  </a:lnTo>
                  <a:lnTo>
                    <a:pt x="427829" y="762031"/>
                  </a:lnTo>
                  <a:lnTo>
                    <a:pt x="379234" y="751032"/>
                  </a:lnTo>
                  <a:lnTo>
                    <a:pt x="342476" y="735657"/>
                  </a:lnTo>
                  <a:lnTo>
                    <a:pt x="307935" y="713978"/>
                  </a:lnTo>
                  <a:lnTo>
                    <a:pt x="274855" y="685283"/>
                  </a:lnTo>
                  <a:lnTo>
                    <a:pt x="14573" y="426400"/>
                  </a:lnTo>
                  <a:lnTo>
                    <a:pt x="0" y="383037"/>
                  </a:lnTo>
                  <a:lnTo>
                    <a:pt x="14404" y="357820"/>
                  </a:lnTo>
                  <a:lnTo>
                    <a:pt x="39550" y="343288"/>
                  </a:lnTo>
                  <a:lnTo>
                    <a:pt x="61521" y="344833"/>
                  </a:lnTo>
                  <a:lnTo>
                    <a:pt x="77079" y="352823"/>
                  </a:lnTo>
                  <a:lnTo>
                    <a:pt x="82984" y="357627"/>
                  </a:lnTo>
                  <a:lnTo>
                    <a:pt x="242579" y="516425"/>
                  </a:lnTo>
                  <a:lnTo>
                    <a:pt x="763759" y="516425"/>
                  </a:lnTo>
                  <a:lnTo>
                    <a:pt x="764453" y="527980"/>
                  </a:lnTo>
                  <a:lnTo>
                    <a:pt x="772069" y="548436"/>
                  </a:lnTo>
                  <a:lnTo>
                    <a:pt x="782597" y="568552"/>
                  </a:lnTo>
                  <a:lnTo>
                    <a:pt x="786386" y="587424"/>
                  </a:lnTo>
                  <a:lnTo>
                    <a:pt x="782069" y="605799"/>
                  </a:lnTo>
                  <a:lnTo>
                    <a:pt x="768282" y="624422"/>
                  </a:lnTo>
                  <a:lnTo>
                    <a:pt x="602343" y="790337"/>
                  </a:lnTo>
                  <a:lnTo>
                    <a:pt x="580677" y="803313"/>
                  </a:lnTo>
                  <a:lnTo>
                    <a:pt x="555602" y="805839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xfrm>
            <a:off x="11265769" y="883513"/>
            <a:ext cx="604393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1020" marR="5080" indent="-528955">
              <a:lnSpc>
                <a:spcPct val="116000"/>
              </a:lnSpc>
              <a:spcBef>
                <a:spcPts val="100"/>
              </a:spcBef>
            </a:pPr>
            <a:r>
              <a:rPr sz="2800" b="0" spc="7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Use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10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these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6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free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8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recolorable</a:t>
            </a:r>
            <a:r>
              <a:rPr sz="2800" b="0" spc="-12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12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icons</a:t>
            </a:r>
            <a:r>
              <a:rPr sz="2800" b="0" spc="-12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5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and illustrations</a:t>
            </a:r>
            <a:r>
              <a:rPr sz="2800" b="0" spc="-1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2800" b="0" spc="-1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7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your</a:t>
            </a:r>
            <a:r>
              <a:rPr sz="2800" b="0" spc="-9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85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Canva</a:t>
            </a:r>
            <a:r>
              <a:rPr sz="2800" b="0" spc="-10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800" b="0" spc="-10" dirty="0">
                <a:solidFill>
                  <a:srgbClr val="000000"/>
                </a:solidFill>
                <a:latin typeface="Tahoma" panose="020B0604030504040204"/>
                <a:cs typeface="Tahoma" panose="020B0604030504040204"/>
              </a:rPr>
              <a:t>design.</a:t>
            </a:r>
            <a:endParaRPr sz="28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50619" y="7223628"/>
            <a:ext cx="1326112" cy="1875612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2445" y="5256215"/>
            <a:ext cx="1662814" cy="1616768"/>
          </a:xfrm>
          <a:prstGeom prst="rect">
            <a:avLst/>
          </a:prstGeom>
        </p:spPr>
      </p:pic>
      <p:grpSp>
        <p:nvGrpSpPr>
          <p:cNvPr id="42" name="object 42"/>
          <p:cNvGrpSpPr/>
          <p:nvPr/>
        </p:nvGrpSpPr>
        <p:grpSpPr>
          <a:xfrm>
            <a:off x="5953122" y="3378803"/>
            <a:ext cx="1991360" cy="1495425"/>
            <a:chOff x="5953122" y="3378803"/>
            <a:chExt cx="1991360" cy="1495425"/>
          </a:xfrm>
        </p:grpSpPr>
        <p:sp>
          <p:nvSpPr>
            <p:cNvPr id="43" name="object 43"/>
            <p:cNvSpPr/>
            <p:nvPr/>
          </p:nvSpPr>
          <p:spPr>
            <a:xfrm>
              <a:off x="6851801" y="4032780"/>
              <a:ext cx="1092835" cy="800100"/>
            </a:xfrm>
            <a:custGeom>
              <a:avLst/>
              <a:gdLst/>
              <a:ahLst/>
              <a:cxnLst/>
              <a:rect l="l" t="t" r="r" b="b"/>
              <a:pathLst>
                <a:path w="1092834" h="800100">
                  <a:moveTo>
                    <a:pt x="894024" y="799854"/>
                  </a:moveTo>
                  <a:lnTo>
                    <a:pt x="183685" y="799854"/>
                  </a:lnTo>
                  <a:lnTo>
                    <a:pt x="158421" y="537300"/>
                  </a:lnTo>
                  <a:lnTo>
                    <a:pt x="0" y="438699"/>
                  </a:lnTo>
                  <a:lnTo>
                    <a:pt x="53284" y="340549"/>
                  </a:lnTo>
                  <a:lnTo>
                    <a:pt x="78660" y="293571"/>
                  </a:lnTo>
                  <a:lnTo>
                    <a:pt x="103257" y="249952"/>
                  </a:lnTo>
                  <a:lnTo>
                    <a:pt x="130866" y="208825"/>
                  </a:lnTo>
                  <a:lnTo>
                    <a:pt x="162007" y="175176"/>
                  </a:lnTo>
                  <a:lnTo>
                    <a:pt x="197202" y="153990"/>
                  </a:lnTo>
                  <a:lnTo>
                    <a:pt x="242980" y="136473"/>
                  </a:lnTo>
                  <a:lnTo>
                    <a:pt x="295095" y="115217"/>
                  </a:lnTo>
                  <a:lnTo>
                    <a:pt x="337865" y="97285"/>
                  </a:lnTo>
                  <a:lnTo>
                    <a:pt x="355607" y="89738"/>
                  </a:lnTo>
                  <a:lnTo>
                    <a:pt x="383310" y="15509"/>
                  </a:lnTo>
                  <a:lnTo>
                    <a:pt x="449777" y="44327"/>
                  </a:lnTo>
                  <a:lnTo>
                    <a:pt x="473049" y="116325"/>
                  </a:lnTo>
                  <a:lnTo>
                    <a:pt x="495204" y="45427"/>
                  </a:lnTo>
                  <a:lnTo>
                    <a:pt x="617061" y="0"/>
                  </a:lnTo>
                  <a:lnTo>
                    <a:pt x="645102" y="48146"/>
                  </a:lnTo>
                  <a:lnTo>
                    <a:pt x="690339" y="74146"/>
                  </a:lnTo>
                  <a:lnTo>
                    <a:pt x="753375" y="98064"/>
                  </a:lnTo>
                  <a:lnTo>
                    <a:pt x="809816" y="118541"/>
                  </a:lnTo>
                  <a:lnTo>
                    <a:pt x="856085" y="135030"/>
                  </a:lnTo>
                  <a:lnTo>
                    <a:pt x="901522" y="152597"/>
                  </a:lnTo>
                  <a:lnTo>
                    <a:pt x="944004" y="173241"/>
                  </a:lnTo>
                  <a:lnTo>
                    <a:pt x="981408" y="198961"/>
                  </a:lnTo>
                  <a:lnTo>
                    <a:pt x="1011610" y="231758"/>
                  </a:lnTo>
                  <a:lnTo>
                    <a:pt x="1032489" y="273631"/>
                  </a:lnTo>
                  <a:lnTo>
                    <a:pt x="1054922" y="341402"/>
                  </a:lnTo>
                  <a:lnTo>
                    <a:pt x="1074031" y="398683"/>
                  </a:lnTo>
                  <a:lnTo>
                    <a:pt x="1092310" y="453108"/>
                  </a:lnTo>
                  <a:lnTo>
                    <a:pt x="1033605" y="481911"/>
                  </a:lnTo>
                  <a:lnTo>
                    <a:pt x="894024" y="799854"/>
                  </a:lnTo>
                  <a:close/>
                </a:path>
              </a:pathLst>
            </a:custGeom>
            <a:solidFill>
              <a:srgbClr val="FFDB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6029807" y="4397266"/>
              <a:ext cx="1856105" cy="436880"/>
            </a:xfrm>
            <a:custGeom>
              <a:avLst/>
              <a:gdLst/>
              <a:ahLst/>
              <a:cxnLst/>
              <a:rect l="l" t="t" r="r" b="b"/>
              <a:pathLst>
                <a:path w="1856104" h="436879">
                  <a:moveTo>
                    <a:pt x="919495" y="436468"/>
                  </a:moveTo>
                  <a:lnTo>
                    <a:pt x="248144" y="436468"/>
                  </a:lnTo>
                  <a:lnTo>
                    <a:pt x="0" y="0"/>
                  </a:lnTo>
                  <a:lnTo>
                    <a:pt x="655826" y="0"/>
                  </a:lnTo>
                  <a:lnTo>
                    <a:pt x="823508" y="277600"/>
                  </a:lnTo>
                  <a:lnTo>
                    <a:pt x="859658" y="97485"/>
                  </a:lnTo>
                  <a:lnTo>
                    <a:pt x="981531" y="171699"/>
                  </a:lnTo>
                  <a:lnTo>
                    <a:pt x="986408" y="227343"/>
                  </a:lnTo>
                  <a:lnTo>
                    <a:pt x="962866" y="345629"/>
                  </a:lnTo>
                  <a:lnTo>
                    <a:pt x="984324" y="326209"/>
                  </a:lnTo>
                  <a:lnTo>
                    <a:pt x="1032715" y="294710"/>
                  </a:lnTo>
                  <a:lnTo>
                    <a:pt x="1091879" y="270602"/>
                  </a:lnTo>
                  <a:lnTo>
                    <a:pt x="1160849" y="254316"/>
                  </a:lnTo>
                  <a:lnTo>
                    <a:pt x="1196260" y="253029"/>
                  </a:lnTo>
                  <a:lnTo>
                    <a:pt x="1231684" y="256369"/>
                  </a:lnTo>
                  <a:lnTo>
                    <a:pt x="1648435" y="323473"/>
                  </a:lnTo>
                  <a:lnTo>
                    <a:pt x="1653966" y="204932"/>
                  </a:lnTo>
                  <a:lnTo>
                    <a:pt x="1855599" y="117425"/>
                  </a:lnTo>
                  <a:lnTo>
                    <a:pt x="1811288" y="434252"/>
                  </a:lnTo>
                  <a:lnTo>
                    <a:pt x="1401390" y="434252"/>
                  </a:lnTo>
                  <a:lnTo>
                    <a:pt x="1210851" y="331236"/>
                  </a:lnTo>
                  <a:lnTo>
                    <a:pt x="1211488" y="319696"/>
                  </a:lnTo>
                  <a:lnTo>
                    <a:pt x="1180164" y="362034"/>
                  </a:lnTo>
                  <a:lnTo>
                    <a:pt x="1120606" y="382696"/>
                  </a:lnTo>
                  <a:lnTo>
                    <a:pt x="1062847" y="389419"/>
                  </a:lnTo>
                  <a:lnTo>
                    <a:pt x="1036920" y="389941"/>
                  </a:lnTo>
                  <a:lnTo>
                    <a:pt x="983747" y="413212"/>
                  </a:lnTo>
                  <a:lnTo>
                    <a:pt x="906185" y="413212"/>
                  </a:lnTo>
                  <a:lnTo>
                    <a:pt x="907094" y="412096"/>
                  </a:lnTo>
                  <a:lnTo>
                    <a:pt x="904767" y="412096"/>
                  </a:lnTo>
                  <a:lnTo>
                    <a:pt x="919495" y="4364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953122" y="3378803"/>
              <a:ext cx="1966595" cy="1495425"/>
            </a:xfrm>
            <a:custGeom>
              <a:avLst/>
              <a:gdLst/>
              <a:ahLst/>
              <a:cxnLst/>
              <a:rect l="l" t="t" r="r" b="b"/>
              <a:pathLst>
                <a:path w="1966595" h="1495425">
                  <a:moveTo>
                    <a:pt x="1548089" y="68580"/>
                  </a:moveTo>
                  <a:lnTo>
                    <a:pt x="1404004" y="68580"/>
                  </a:lnTo>
                  <a:lnTo>
                    <a:pt x="1410461" y="41910"/>
                  </a:lnTo>
                  <a:lnTo>
                    <a:pt x="1426080" y="19050"/>
                  </a:lnTo>
                  <a:lnTo>
                    <a:pt x="1448717" y="5080"/>
                  </a:lnTo>
                  <a:lnTo>
                    <a:pt x="1476226" y="0"/>
                  </a:lnTo>
                  <a:lnTo>
                    <a:pt x="1504400" y="5080"/>
                  </a:lnTo>
                  <a:lnTo>
                    <a:pt x="1527407" y="20320"/>
                  </a:lnTo>
                  <a:lnTo>
                    <a:pt x="1542919" y="43180"/>
                  </a:lnTo>
                  <a:lnTo>
                    <a:pt x="1548089" y="68580"/>
                  </a:lnTo>
                  <a:close/>
                </a:path>
                <a:path w="1966595" h="1495425">
                  <a:moveTo>
                    <a:pt x="1149054" y="678180"/>
                  </a:moveTo>
                  <a:lnTo>
                    <a:pt x="1120595" y="647700"/>
                  </a:lnTo>
                  <a:lnTo>
                    <a:pt x="1100309" y="604520"/>
                  </a:lnTo>
                  <a:lnTo>
                    <a:pt x="1087779" y="548640"/>
                  </a:lnTo>
                  <a:lnTo>
                    <a:pt x="1082587" y="477520"/>
                  </a:lnTo>
                  <a:lnTo>
                    <a:pt x="1082634" y="412750"/>
                  </a:lnTo>
                  <a:lnTo>
                    <a:pt x="1082754" y="407670"/>
                  </a:lnTo>
                  <a:lnTo>
                    <a:pt x="1082874" y="402590"/>
                  </a:lnTo>
                  <a:lnTo>
                    <a:pt x="1083671" y="384810"/>
                  </a:lnTo>
                  <a:lnTo>
                    <a:pt x="1083320" y="384810"/>
                  </a:lnTo>
                  <a:lnTo>
                    <a:pt x="1083401" y="381000"/>
                  </a:lnTo>
                  <a:lnTo>
                    <a:pt x="1085435" y="337820"/>
                  </a:lnTo>
                  <a:lnTo>
                    <a:pt x="1088415" y="283210"/>
                  </a:lnTo>
                  <a:lnTo>
                    <a:pt x="1093702" y="240030"/>
                  </a:lnTo>
                  <a:lnTo>
                    <a:pt x="1105832" y="201930"/>
                  </a:lnTo>
                  <a:lnTo>
                    <a:pt x="1127356" y="167640"/>
                  </a:lnTo>
                  <a:lnTo>
                    <a:pt x="1160758" y="137160"/>
                  </a:lnTo>
                  <a:lnTo>
                    <a:pt x="1208520" y="109220"/>
                  </a:lnTo>
                  <a:lnTo>
                    <a:pt x="1273126" y="82550"/>
                  </a:lnTo>
                  <a:lnTo>
                    <a:pt x="1310649" y="71120"/>
                  </a:lnTo>
                  <a:lnTo>
                    <a:pt x="1375869" y="64770"/>
                  </a:lnTo>
                  <a:lnTo>
                    <a:pt x="1404004" y="68580"/>
                  </a:lnTo>
                  <a:lnTo>
                    <a:pt x="1548089" y="68580"/>
                  </a:lnTo>
                  <a:lnTo>
                    <a:pt x="1537357" y="110490"/>
                  </a:lnTo>
                  <a:lnTo>
                    <a:pt x="1508152" y="137160"/>
                  </a:lnTo>
                  <a:lnTo>
                    <a:pt x="1516951" y="147320"/>
                  </a:lnTo>
                  <a:lnTo>
                    <a:pt x="1525247" y="160020"/>
                  </a:lnTo>
                  <a:lnTo>
                    <a:pt x="1533078" y="171450"/>
                  </a:lnTo>
                  <a:lnTo>
                    <a:pt x="1540477" y="184150"/>
                  </a:lnTo>
                  <a:lnTo>
                    <a:pt x="1565269" y="245110"/>
                  </a:lnTo>
                  <a:lnTo>
                    <a:pt x="1568084" y="262890"/>
                  </a:lnTo>
                  <a:lnTo>
                    <a:pt x="1143140" y="262890"/>
                  </a:lnTo>
                  <a:lnTo>
                    <a:pt x="1137906" y="292100"/>
                  </a:lnTo>
                  <a:lnTo>
                    <a:pt x="1128177" y="318770"/>
                  </a:lnTo>
                  <a:lnTo>
                    <a:pt x="1115992" y="341630"/>
                  </a:lnTo>
                  <a:lnTo>
                    <a:pt x="1103388" y="360680"/>
                  </a:lnTo>
                  <a:lnTo>
                    <a:pt x="1118498" y="436880"/>
                  </a:lnTo>
                  <a:lnTo>
                    <a:pt x="1133672" y="436880"/>
                  </a:lnTo>
                  <a:lnTo>
                    <a:pt x="1126197" y="439420"/>
                  </a:lnTo>
                  <a:lnTo>
                    <a:pt x="1119710" y="443230"/>
                  </a:lnTo>
                  <a:lnTo>
                    <a:pt x="1127823" y="483870"/>
                  </a:lnTo>
                  <a:lnTo>
                    <a:pt x="1136271" y="525780"/>
                  </a:lnTo>
                  <a:lnTo>
                    <a:pt x="1164750" y="525780"/>
                  </a:lnTo>
                  <a:lnTo>
                    <a:pt x="1161202" y="528320"/>
                  </a:lnTo>
                  <a:lnTo>
                    <a:pt x="1141674" y="532130"/>
                  </a:lnTo>
                  <a:lnTo>
                    <a:pt x="1137514" y="532130"/>
                  </a:lnTo>
                  <a:lnTo>
                    <a:pt x="1146041" y="572770"/>
                  </a:lnTo>
                  <a:lnTo>
                    <a:pt x="1163176" y="628650"/>
                  </a:lnTo>
                  <a:lnTo>
                    <a:pt x="1192383" y="657860"/>
                  </a:lnTo>
                  <a:lnTo>
                    <a:pt x="1179052" y="657860"/>
                  </a:lnTo>
                  <a:lnTo>
                    <a:pt x="1149054" y="678180"/>
                  </a:lnTo>
                  <a:close/>
                </a:path>
                <a:path w="1966595" h="1495425">
                  <a:moveTo>
                    <a:pt x="1414190" y="657860"/>
                  </a:moveTo>
                  <a:lnTo>
                    <a:pt x="1414181" y="594360"/>
                  </a:lnTo>
                  <a:lnTo>
                    <a:pt x="1401916" y="511810"/>
                  </a:lnTo>
                  <a:lnTo>
                    <a:pt x="1387296" y="439420"/>
                  </a:lnTo>
                  <a:lnTo>
                    <a:pt x="1262479" y="377190"/>
                  </a:lnTo>
                  <a:lnTo>
                    <a:pt x="1189948" y="327660"/>
                  </a:lnTo>
                  <a:lnTo>
                    <a:pt x="1153285" y="283210"/>
                  </a:lnTo>
                  <a:lnTo>
                    <a:pt x="1143140" y="262890"/>
                  </a:lnTo>
                  <a:lnTo>
                    <a:pt x="1568084" y="262890"/>
                  </a:lnTo>
                  <a:lnTo>
                    <a:pt x="1573715" y="298450"/>
                  </a:lnTo>
                  <a:lnTo>
                    <a:pt x="1573499" y="318770"/>
                  </a:lnTo>
                  <a:lnTo>
                    <a:pt x="1573405" y="327660"/>
                  </a:lnTo>
                  <a:lnTo>
                    <a:pt x="1573297" y="337820"/>
                  </a:lnTo>
                  <a:lnTo>
                    <a:pt x="1571495" y="351790"/>
                  </a:lnTo>
                  <a:lnTo>
                    <a:pt x="1584039" y="374650"/>
                  </a:lnTo>
                  <a:lnTo>
                    <a:pt x="1607038" y="427990"/>
                  </a:lnTo>
                  <a:lnTo>
                    <a:pt x="1618546" y="495300"/>
                  </a:lnTo>
                  <a:lnTo>
                    <a:pt x="1596616" y="558800"/>
                  </a:lnTo>
                  <a:lnTo>
                    <a:pt x="1547102" y="601980"/>
                  </a:lnTo>
                  <a:lnTo>
                    <a:pt x="1491814" y="631190"/>
                  </a:lnTo>
                  <a:lnTo>
                    <a:pt x="1492098" y="633730"/>
                  </a:lnTo>
                  <a:lnTo>
                    <a:pt x="1486124" y="633730"/>
                  </a:lnTo>
                  <a:lnTo>
                    <a:pt x="1458154" y="645160"/>
                  </a:lnTo>
                  <a:lnTo>
                    <a:pt x="1435285" y="651510"/>
                  </a:lnTo>
                  <a:lnTo>
                    <a:pt x="1419853" y="656590"/>
                  </a:lnTo>
                  <a:lnTo>
                    <a:pt x="1414190" y="657860"/>
                  </a:lnTo>
                  <a:close/>
                </a:path>
                <a:path w="1966595" h="1495425">
                  <a:moveTo>
                    <a:pt x="1224878" y="415290"/>
                  </a:moveTo>
                  <a:lnTo>
                    <a:pt x="1220925" y="410210"/>
                  </a:lnTo>
                  <a:lnTo>
                    <a:pt x="1225826" y="407670"/>
                  </a:lnTo>
                  <a:lnTo>
                    <a:pt x="1238572" y="401320"/>
                  </a:lnTo>
                  <a:lnTo>
                    <a:pt x="1258445" y="400050"/>
                  </a:lnTo>
                  <a:lnTo>
                    <a:pt x="1280349" y="406400"/>
                  </a:lnTo>
                  <a:lnTo>
                    <a:pt x="1258477" y="406400"/>
                  </a:lnTo>
                  <a:lnTo>
                    <a:pt x="1240638" y="407670"/>
                  </a:lnTo>
                  <a:lnTo>
                    <a:pt x="1229247" y="411480"/>
                  </a:lnTo>
                  <a:lnTo>
                    <a:pt x="1224878" y="415290"/>
                  </a:lnTo>
                  <a:close/>
                </a:path>
                <a:path w="1966595" h="1495425">
                  <a:moveTo>
                    <a:pt x="1282196" y="412750"/>
                  </a:moveTo>
                  <a:lnTo>
                    <a:pt x="1258477" y="406400"/>
                  </a:lnTo>
                  <a:lnTo>
                    <a:pt x="1280349" y="406400"/>
                  </a:lnTo>
                  <a:lnTo>
                    <a:pt x="1284730" y="407670"/>
                  </a:lnTo>
                  <a:lnTo>
                    <a:pt x="1282196" y="412750"/>
                  </a:lnTo>
                  <a:close/>
                </a:path>
                <a:path w="1966595" h="1495425">
                  <a:moveTo>
                    <a:pt x="1125559" y="424180"/>
                  </a:moveTo>
                  <a:lnTo>
                    <a:pt x="1122690" y="419100"/>
                  </a:lnTo>
                  <a:lnTo>
                    <a:pt x="1128352" y="416560"/>
                  </a:lnTo>
                  <a:lnTo>
                    <a:pt x="1141612" y="414020"/>
                  </a:lnTo>
                  <a:lnTo>
                    <a:pt x="1159645" y="414020"/>
                  </a:lnTo>
                  <a:lnTo>
                    <a:pt x="1171063" y="419100"/>
                  </a:lnTo>
                  <a:lnTo>
                    <a:pt x="1142037" y="419100"/>
                  </a:lnTo>
                  <a:lnTo>
                    <a:pt x="1130231" y="422910"/>
                  </a:lnTo>
                  <a:lnTo>
                    <a:pt x="1125559" y="424180"/>
                  </a:lnTo>
                  <a:close/>
                </a:path>
                <a:path w="1966595" h="1495425">
                  <a:moveTo>
                    <a:pt x="1176087" y="427990"/>
                  </a:moveTo>
                  <a:lnTo>
                    <a:pt x="1158236" y="420370"/>
                  </a:lnTo>
                  <a:lnTo>
                    <a:pt x="1142037" y="419100"/>
                  </a:lnTo>
                  <a:lnTo>
                    <a:pt x="1171063" y="419100"/>
                  </a:lnTo>
                  <a:lnTo>
                    <a:pt x="1179626" y="422910"/>
                  </a:lnTo>
                  <a:lnTo>
                    <a:pt x="1176087" y="427990"/>
                  </a:lnTo>
                  <a:close/>
                </a:path>
                <a:path w="1966595" h="1495425">
                  <a:moveTo>
                    <a:pt x="1256884" y="519430"/>
                  </a:moveTo>
                  <a:lnTo>
                    <a:pt x="1237347" y="515620"/>
                  </a:lnTo>
                  <a:lnTo>
                    <a:pt x="1221375" y="504190"/>
                  </a:lnTo>
                  <a:lnTo>
                    <a:pt x="1210597" y="488950"/>
                  </a:lnTo>
                  <a:lnTo>
                    <a:pt x="1206643" y="468630"/>
                  </a:lnTo>
                  <a:lnTo>
                    <a:pt x="1210597" y="449580"/>
                  </a:lnTo>
                  <a:lnTo>
                    <a:pt x="1221375" y="433070"/>
                  </a:lnTo>
                  <a:lnTo>
                    <a:pt x="1237347" y="422910"/>
                  </a:lnTo>
                  <a:lnTo>
                    <a:pt x="1256884" y="419100"/>
                  </a:lnTo>
                  <a:lnTo>
                    <a:pt x="1276412" y="422910"/>
                  </a:lnTo>
                  <a:lnTo>
                    <a:pt x="1278408" y="424180"/>
                  </a:lnTo>
                  <a:lnTo>
                    <a:pt x="1256884" y="424180"/>
                  </a:lnTo>
                  <a:lnTo>
                    <a:pt x="1239652" y="427990"/>
                  </a:lnTo>
                  <a:lnTo>
                    <a:pt x="1225565" y="438150"/>
                  </a:lnTo>
                  <a:lnTo>
                    <a:pt x="1216060" y="452120"/>
                  </a:lnTo>
                  <a:lnTo>
                    <a:pt x="1212572" y="468630"/>
                  </a:lnTo>
                  <a:lnTo>
                    <a:pt x="1216060" y="486410"/>
                  </a:lnTo>
                  <a:lnTo>
                    <a:pt x="1225565" y="500380"/>
                  </a:lnTo>
                  <a:lnTo>
                    <a:pt x="1239652" y="509270"/>
                  </a:lnTo>
                  <a:lnTo>
                    <a:pt x="1256884" y="513080"/>
                  </a:lnTo>
                  <a:lnTo>
                    <a:pt x="1279960" y="513080"/>
                  </a:lnTo>
                  <a:lnTo>
                    <a:pt x="1276412" y="515620"/>
                  </a:lnTo>
                  <a:lnTo>
                    <a:pt x="1256884" y="519430"/>
                  </a:lnTo>
                  <a:close/>
                </a:path>
                <a:path w="1966595" h="1495425">
                  <a:moveTo>
                    <a:pt x="1279960" y="513080"/>
                  </a:moveTo>
                  <a:lnTo>
                    <a:pt x="1256884" y="513080"/>
                  </a:lnTo>
                  <a:lnTo>
                    <a:pt x="1274107" y="509270"/>
                  </a:lnTo>
                  <a:lnTo>
                    <a:pt x="1288189" y="500380"/>
                  </a:lnTo>
                  <a:lnTo>
                    <a:pt x="1297692" y="486410"/>
                  </a:lnTo>
                  <a:lnTo>
                    <a:pt x="1301179" y="468630"/>
                  </a:lnTo>
                  <a:lnTo>
                    <a:pt x="1297692" y="452120"/>
                  </a:lnTo>
                  <a:lnTo>
                    <a:pt x="1288189" y="438150"/>
                  </a:lnTo>
                  <a:lnTo>
                    <a:pt x="1274107" y="427990"/>
                  </a:lnTo>
                  <a:lnTo>
                    <a:pt x="1256884" y="424180"/>
                  </a:lnTo>
                  <a:lnTo>
                    <a:pt x="1278408" y="424180"/>
                  </a:lnTo>
                  <a:lnTo>
                    <a:pt x="1292379" y="433070"/>
                  </a:lnTo>
                  <a:lnTo>
                    <a:pt x="1303155" y="449580"/>
                  </a:lnTo>
                  <a:lnTo>
                    <a:pt x="1307109" y="468630"/>
                  </a:lnTo>
                  <a:lnTo>
                    <a:pt x="1303155" y="488950"/>
                  </a:lnTo>
                  <a:lnTo>
                    <a:pt x="1292379" y="504190"/>
                  </a:lnTo>
                  <a:lnTo>
                    <a:pt x="1279960" y="513080"/>
                  </a:lnTo>
                  <a:close/>
                </a:path>
                <a:path w="1966595" h="1495425">
                  <a:moveTo>
                    <a:pt x="1164750" y="525780"/>
                  </a:moveTo>
                  <a:lnTo>
                    <a:pt x="1141674" y="525780"/>
                  </a:lnTo>
                  <a:lnTo>
                    <a:pt x="1158897" y="521970"/>
                  </a:lnTo>
                  <a:lnTo>
                    <a:pt x="1172979" y="513080"/>
                  </a:lnTo>
                  <a:lnTo>
                    <a:pt x="1182482" y="499110"/>
                  </a:lnTo>
                  <a:lnTo>
                    <a:pt x="1185970" y="481330"/>
                  </a:lnTo>
                  <a:lnTo>
                    <a:pt x="1182482" y="464820"/>
                  </a:lnTo>
                  <a:lnTo>
                    <a:pt x="1172979" y="450850"/>
                  </a:lnTo>
                  <a:lnTo>
                    <a:pt x="1158897" y="440690"/>
                  </a:lnTo>
                  <a:lnTo>
                    <a:pt x="1141674" y="436880"/>
                  </a:lnTo>
                  <a:lnTo>
                    <a:pt x="1118498" y="436880"/>
                  </a:lnTo>
                  <a:lnTo>
                    <a:pt x="1125432" y="433070"/>
                  </a:lnTo>
                  <a:lnTo>
                    <a:pt x="1133306" y="431800"/>
                  </a:lnTo>
                  <a:lnTo>
                    <a:pt x="1141674" y="431800"/>
                  </a:lnTo>
                  <a:lnTo>
                    <a:pt x="1161202" y="435610"/>
                  </a:lnTo>
                  <a:lnTo>
                    <a:pt x="1177169" y="445770"/>
                  </a:lnTo>
                  <a:lnTo>
                    <a:pt x="1187945" y="462280"/>
                  </a:lnTo>
                  <a:lnTo>
                    <a:pt x="1191899" y="481330"/>
                  </a:lnTo>
                  <a:lnTo>
                    <a:pt x="1187945" y="501650"/>
                  </a:lnTo>
                  <a:lnTo>
                    <a:pt x="1177169" y="516890"/>
                  </a:lnTo>
                  <a:lnTo>
                    <a:pt x="1164750" y="525780"/>
                  </a:lnTo>
                  <a:close/>
                </a:path>
                <a:path w="1966595" h="1495425">
                  <a:moveTo>
                    <a:pt x="1255912" y="491490"/>
                  </a:moveTo>
                  <a:lnTo>
                    <a:pt x="1248165" y="491490"/>
                  </a:lnTo>
                  <a:lnTo>
                    <a:pt x="1245025" y="488950"/>
                  </a:lnTo>
                  <a:lnTo>
                    <a:pt x="1245025" y="481330"/>
                  </a:lnTo>
                  <a:lnTo>
                    <a:pt x="1248165" y="477520"/>
                  </a:lnTo>
                  <a:lnTo>
                    <a:pt x="1255912" y="477520"/>
                  </a:lnTo>
                  <a:lnTo>
                    <a:pt x="1259052" y="481330"/>
                  </a:lnTo>
                  <a:lnTo>
                    <a:pt x="1259052" y="488950"/>
                  </a:lnTo>
                  <a:lnTo>
                    <a:pt x="1255912" y="491490"/>
                  </a:lnTo>
                  <a:close/>
                </a:path>
                <a:path w="1966595" h="1495425">
                  <a:moveTo>
                    <a:pt x="1156243" y="501650"/>
                  </a:moveTo>
                  <a:lnTo>
                    <a:pt x="1148496" y="501650"/>
                  </a:lnTo>
                  <a:lnTo>
                    <a:pt x="1145356" y="497840"/>
                  </a:lnTo>
                  <a:lnTo>
                    <a:pt x="1145356" y="490220"/>
                  </a:lnTo>
                  <a:lnTo>
                    <a:pt x="1148496" y="487680"/>
                  </a:lnTo>
                  <a:lnTo>
                    <a:pt x="1156243" y="487680"/>
                  </a:lnTo>
                  <a:lnTo>
                    <a:pt x="1159383" y="490220"/>
                  </a:lnTo>
                  <a:lnTo>
                    <a:pt x="1159383" y="497840"/>
                  </a:lnTo>
                  <a:lnTo>
                    <a:pt x="1156243" y="501650"/>
                  </a:lnTo>
                  <a:close/>
                </a:path>
                <a:path w="1966595" h="1495425">
                  <a:moveTo>
                    <a:pt x="1183148" y="574040"/>
                  </a:moveTo>
                  <a:lnTo>
                    <a:pt x="1192632" y="502920"/>
                  </a:lnTo>
                  <a:lnTo>
                    <a:pt x="1198514" y="502920"/>
                  </a:lnTo>
                  <a:lnTo>
                    <a:pt x="1190273" y="565150"/>
                  </a:lnTo>
                  <a:lnTo>
                    <a:pt x="1209617" y="565150"/>
                  </a:lnTo>
                  <a:lnTo>
                    <a:pt x="1183148" y="574040"/>
                  </a:lnTo>
                  <a:close/>
                </a:path>
                <a:path w="1966595" h="1495425">
                  <a:moveTo>
                    <a:pt x="1209617" y="565150"/>
                  </a:moveTo>
                  <a:lnTo>
                    <a:pt x="1190273" y="565150"/>
                  </a:lnTo>
                  <a:lnTo>
                    <a:pt x="1215346" y="557530"/>
                  </a:lnTo>
                  <a:lnTo>
                    <a:pt x="1217179" y="562610"/>
                  </a:lnTo>
                  <a:lnTo>
                    <a:pt x="1209617" y="565150"/>
                  </a:lnTo>
                  <a:close/>
                </a:path>
                <a:path w="1966595" h="1495425">
                  <a:moveTo>
                    <a:pt x="1207137" y="591820"/>
                  </a:moveTo>
                  <a:lnTo>
                    <a:pt x="1207048" y="589280"/>
                  </a:lnTo>
                  <a:lnTo>
                    <a:pt x="1206958" y="586740"/>
                  </a:lnTo>
                  <a:lnTo>
                    <a:pt x="1206914" y="585470"/>
                  </a:lnTo>
                  <a:lnTo>
                    <a:pt x="1210407" y="585470"/>
                  </a:lnTo>
                  <a:lnTo>
                    <a:pt x="1219201" y="582930"/>
                  </a:lnTo>
                  <a:lnTo>
                    <a:pt x="1231232" y="579120"/>
                  </a:lnTo>
                  <a:lnTo>
                    <a:pt x="1250970" y="567690"/>
                  </a:lnTo>
                  <a:lnTo>
                    <a:pt x="1255258" y="567690"/>
                  </a:lnTo>
                  <a:lnTo>
                    <a:pt x="1257713" y="568960"/>
                  </a:lnTo>
                  <a:lnTo>
                    <a:pt x="1260821" y="571500"/>
                  </a:lnTo>
                  <a:lnTo>
                    <a:pt x="1261852" y="574040"/>
                  </a:lnTo>
                  <a:lnTo>
                    <a:pt x="1251449" y="574040"/>
                  </a:lnTo>
                  <a:lnTo>
                    <a:pt x="1247894" y="576580"/>
                  </a:lnTo>
                  <a:lnTo>
                    <a:pt x="1233647" y="584200"/>
                  </a:lnTo>
                  <a:lnTo>
                    <a:pt x="1220731" y="589280"/>
                  </a:lnTo>
                  <a:lnTo>
                    <a:pt x="1211208" y="590550"/>
                  </a:lnTo>
                  <a:lnTo>
                    <a:pt x="1207137" y="591820"/>
                  </a:lnTo>
                  <a:close/>
                </a:path>
                <a:path w="1966595" h="1495425">
                  <a:moveTo>
                    <a:pt x="1235350" y="608330"/>
                  </a:moveTo>
                  <a:lnTo>
                    <a:pt x="1233357" y="601980"/>
                  </a:lnTo>
                  <a:lnTo>
                    <a:pt x="1242980" y="598170"/>
                  </a:lnTo>
                  <a:lnTo>
                    <a:pt x="1249934" y="591820"/>
                  </a:lnTo>
                  <a:lnTo>
                    <a:pt x="1254270" y="585470"/>
                  </a:lnTo>
                  <a:lnTo>
                    <a:pt x="1256039" y="579120"/>
                  </a:lnTo>
                  <a:lnTo>
                    <a:pt x="1256246" y="576580"/>
                  </a:lnTo>
                  <a:lnTo>
                    <a:pt x="1255736" y="575310"/>
                  </a:lnTo>
                  <a:lnTo>
                    <a:pt x="1253776" y="574040"/>
                  </a:lnTo>
                  <a:lnTo>
                    <a:pt x="1261852" y="574040"/>
                  </a:lnTo>
                  <a:lnTo>
                    <a:pt x="1262367" y="575310"/>
                  </a:lnTo>
                  <a:lnTo>
                    <a:pt x="1261953" y="579120"/>
                  </a:lnTo>
                  <a:lnTo>
                    <a:pt x="1259851" y="586740"/>
                  </a:lnTo>
                  <a:lnTo>
                    <a:pt x="1254754" y="595630"/>
                  </a:lnTo>
                  <a:lnTo>
                    <a:pt x="1246605" y="601980"/>
                  </a:lnTo>
                  <a:lnTo>
                    <a:pt x="1235350" y="608330"/>
                  </a:lnTo>
                  <a:close/>
                </a:path>
                <a:path w="1966595" h="1495425">
                  <a:moveTo>
                    <a:pt x="1209789" y="666750"/>
                  </a:moveTo>
                  <a:lnTo>
                    <a:pt x="1196116" y="665480"/>
                  </a:lnTo>
                  <a:lnTo>
                    <a:pt x="1184136" y="660400"/>
                  </a:lnTo>
                  <a:lnTo>
                    <a:pt x="1210221" y="660400"/>
                  </a:lnTo>
                  <a:lnTo>
                    <a:pt x="1224774" y="657860"/>
                  </a:lnTo>
                  <a:lnTo>
                    <a:pt x="1241805" y="652780"/>
                  </a:lnTo>
                  <a:lnTo>
                    <a:pt x="1269738" y="642620"/>
                  </a:lnTo>
                  <a:lnTo>
                    <a:pt x="1286192" y="636270"/>
                  </a:lnTo>
                  <a:lnTo>
                    <a:pt x="1294045" y="632460"/>
                  </a:lnTo>
                  <a:lnTo>
                    <a:pt x="1296174" y="632460"/>
                  </a:lnTo>
                  <a:lnTo>
                    <a:pt x="1297035" y="631190"/>
                  </a:lnTo>
                  <a:lnTo>
                    <a:pt x="1298039" y="631190"/>
                  </a:lnTo>
                  <a:lnTo>
                    <a:pt x="1299729" y="632460"/>
                  </a:lnTo>
                  <a:lnTo>
                    <a:pt x="1300303" y="633730"/>
                  </a:lnTo>
                  <a:lnTo>
                    <a:pt x="1300997" y="638810"/>
                  </a:lnTo>
                  <a:lnTo>
                    <a:pt x="1295075" y="638810"/>
                  </a:lnTo>
                  <a:lnTo>
                    <a:pt x="1289113" y="641350"/>
                  </a:lnTo>
                  <a:lnTo>
                    <a:pt x="1279203" y="645160"/>
                  </a:lnTo>
                  <a:lnTo>
                    <a:pt x="1264434" y="651510"/>
                  </a:lnTo>
                  <a:lnTo>
                    <a:pt x="1243893" y="659130"/>
                  </a:lnTo>
                  <a:lnTo>
                    <a:pt x="1225575" y="664210"/>
                  </a:lnTo>
                  <a:lnTo>
                    <a:pt x="1209789" y="666750"/>
                  </a:lnTo>
                  <a:close/>
                </a:path>
                <a:path w="1966595" h="1495425">
                  <a:moveTo>
                    <a:pt x="1494173" y="664210"/>
                  </a:moveTo>
                  <a:lnTo>
                    <a:pt x="1490922" y="664210"/>
                  </a:lnTo>
                  <a:lnTo>
                    <a:pt x="1489455" y="662940"/>
                  </a:lnTo>
                  <a:lnTo>
                    <a:pt x="1486124" y="633730"/>
                  </a:lnTo>
                  <a:lnTo>
                    <a:pt x="1492098" y="633730"/>
                  </a:lnTo>
                  <a:lnTo>
                    <a:pt x="1495353" y="662940"/>
                  </a:lnTo>
                  <a:lnTo>
                    <a:pt x="1494173" y="664210"/>
                  </a:lnTo>
                  <a:close/>
                </a:path>
                <a:path w="1966595" h="1495425">
                  <a:moveTo>
                    <a:pt x="1305244" y="680720"/>
                  </a:moveTo>
                  <a:lnTo>
                    <a:pt x="1301753" y="680720"/>
                  </a:lnTo>
                  <a:lnTo>
                    <a:pt x="1300494" y="679450"/>
                  </a:lnTo>
                  <a:lnTo>
                    <a:pt x="1295075" y="638810"/>
                  </a:lnTo>
                  <a:lnTo>
                    <a:pt x="1300997" y="638810"/>
                  </a:lnTo>
                  <a:lnTo>
                    <a:pt x="1306376" y="678180"/>
                  </a:lnTo>
                  <a:lnTo>
                    <a:pt x="1305244" y="680720"/>
                  </a:lnTo>
                  <a:close/>
                </a:path>
                <a:path w="1966595" h="1495425">
                  <a:moveTo>
                    <a:pt x="1197760" y="660400"/>
                  </a:moveTo>
                  <a:lnTo>
                    <a:pt x="1182399" y="660400"/>
                  </a:lnTo>
                  <a:lnTo>
                    <a:pt x="1179052" y="657860"/>
                  </a:lnTo>
                  <a:lnTo>
                    <a:pt x="1192383" y="657860"/>
                  </a:lnTo>
                  <a:lnTo>
                    <a:pt x="1197760" y="660400"/>
                  </a:lnTo>
                  <a:close/>
                </a:path>
                <a:path w="1966595" h="1495425">
                  <a:moveTo>
                    <a:pt x="1063111" y="1185794"/>
                  </a:moveTo>
                  <a:lnTo>
                    <a:pt x="1056733" y="1185794"/>
                  </a:lnTo>
                  <a:lnTo>
                    <a:pt x="1140383" y="971983"/>
                  </a:lnTo>
                  <a:lnTo>
                    <a:pt x="1145898" y="974151"/>
                  </a:lnTo>
                  <a:lnTo>
                    <a:pt x="1063111" y="1185794"/>
                  </a:lnTo>
                  <a:close/>
                </a:path>
                <a:path w="1966595" h="1495425">
                  <a:moveTo>
                    <a:pt x="1556688" y="1143523"/>
                  </a:moveTo>
                  <a:lnTo>
                    <a:pt x="1520098" y="1127311"/>
                  </a:lnTo>
                  <a:lnTo>
                    <a:pt x="1497668" y="1055870"/>
                  </a:lnTo>
                  <a:lnTo>
                    <a:pt x="1497659" y="1023358"/>
                  </a:lnTo>
                  <a:lnTo>
                    <a:pt x="1498908" y="1008277"/>
                  </a:lnTo>
                  <a:lnTo>
                    <a:pt x="1499258" y="1005488"/>
                  </a:lnTo>
                  <a:lnTo>
                    <a:pt x="1588765" y="1011800"/>
                  </a:lnTo>
                  <a:lnTo>
                    <a:pt x="1504502" y="1011800"/>
                  </a:lnTo>
                  <a:lnTo>
                    <a:pt x="1503350" y="1031196"/>
                  </a:lnTo>
                  <a:lnTo>
                    <a:pt x="1503997" y="1055870"/>
                  </a:lnTo>
                  <a:lnTo>
                    <a:pt x="1504035" y="1057309"/>
                  </a:lnTo>
                  <a:lnTo>
                    <a:pt x="1504156" y="1061923"/>
                  </a:lnTo>
                  <a:lnTo>
                    <a:pt x="1524586" y="1123439"/>
                  </a:lnTo>
                  <a:lnTo>
                    <a:pt x="1556688" y="1137594"/>
                  </a:lnTo>
                  <a:lnTo>
                    <a:pt x="1580808" y="1137594"/>
                  </a:lnTo>
                  <a:lnTo>
                    <a:pt x="1578058" y="1139433"/>
                  </a:lnTo>
                  <a:lnTo>
                    <a:pt x="1556688" y="1143523"/>
                  </a:lnTo>
                  <a:close/>
                </a:path>
                <a:path w="1966595" h="1495425">
                  <a:moveTo>
                    <a:pt x="1580808" y="1137594"/>
                  </a:moveTo>
                  <a:lnTo>
                    <a:pt x="1556688" y="1137594"/>
                  </a:lnTo>
                  <a:lnTo>
                    <a:pt x="1593250" y="1121792"/>
                  </a:lnTo>
                  <a:lnTo>
                    <a:pt x="1613649" y="1085679"/>
                  </a:lnTo>
                  <a:lnTo>
                    <a:pt x="1622598" y="1046195"/>
                  </a:lnTo>
                  <a:lnTo>
                    <a:pt x="1624715" y="1021427"/>
                  </a:lnTo>
                  <a:lnTo>
                    <a:pt x="1624813" y="1020280"/>
                  </a:lnTo>
                  <a:lnTo>
                    <a:pt x="1504502" y="1011800"/>
                  </a:lnTo>
                  <a:lnTo>
                    <a:pt x="1588765" y="1011800"/>
                  </a:lnTo>
                  <a:lnTo>
                    <a:pt x="1630806" y="1014765"/>
                  </a:lnTo>
                  <a:lnTo>
                    <a:pt x="1630704" y="1021427"/>
                  </a:lnTo>
                  <a:lnTo>
                    <a:pt x="1630653" y="1023358"/>
                  </a:lnTo>
                  <a:lnTo>
                    <a:pt x="1621800" y="1079861"/>
                  </a:lnTo>
                  <a:lnTo>
                    <a:pt x="1596184" y="1127311"/>
                  </a:lnTo>
                  <a:lnTo>
                    <a:pt x="1580808" y="1137594"/>
                  </a:lnTo>
                  <a:close/>
                </a:path>
                <a:path w="1966595" h="1495425">
                  <a:moveTo>
                    <a:pt x="1328898" y="1454070"/>
                  </a:moveTo>
                  <a:lnTo>
                    <a:pt x="320939" y="1454070"/>
                  </a:lnTo>
                  <a:lnTo>
                    <a:pt x="71583" y="1015498"/>
                  </a:lnTo>
                  <a:lnTo>
                    <a:pt x="734184" y="1015498"/>
                  </a:lnTo>
                  <a:lnTo>
                    <a:pt x="737744" y="1021427"/>
                  </a:lnTo>
                  <a:lnTo>
                    <a:pt x="81769" y="1021427"/>
                  </a:lnTo>
                  <a:lnTo>
                    <a:pt x="326566" y="1451966"/>
                  </a:lnTo>
                  <a:lnTo>
                    <a:pt x="1328898" y="1451966"/>
                  </a:lnTo>
                  <a:lnTo>
                    <a:pt x="1328898" y="1454070"/>
                  </a:lnTo>
                  <a:close/>
                </a:path>
                <a:path w="1966595" h="1495425">
                  <a:moveTo>
                    <a:pt x="1328898" y="1451966"/>
                  </a:moveTo>
                  <a:lnTo>
                    <a:pt x="990887" y="1451966"/>
                  </a:lnTo>
                  <a:lnTo>
                    <a:pt x="898056" y="1299952"/>
                  </a:lnTo>
                  <a:lnTo>
                    <a:pt x="896160" y="1299554"/>
                  </a:lnTo>
                  <a:lnTo>
                    <a:pt x="896574" y="1297481"/>
                  </a:lnTo>
                  <a:lnTo>
                    <a:pt x="730836" y="1021427"/>
                  </a:lnTo>
                  <a:lnTo>
                    <a:pt x="737744" y="1021427"/>
                  </a:lnTo>
                  <a:lnTo>
                    <a:pt x="898327" y="1288874"/>
                  </a:lnTo>
                  <a:lnTo>
                    <a:pt x="904380" y="1288874"/>
                  </a:lnTo>
                  <a:lnTo>
                    <a:pt x="902854" y="1296414"/>
                  </a:lnTo>
                  <a:lnTo>
                    <a:pt x="982695" y="1427180"/>
                  </a:lnTo>
                  <a:lnTo>
                    <a:pt x="990323" y="1427180"/>
                  </a:lnTo>
                  <a:lnTo>
                    <a:pt x="989086" y="1428710"/>
                  </a:lnTo>
                  <a:lnTo>
                    <a:pt x="1074572" y="1428710"/>
                  </a:lnTo>
                  <a:lnTo>
                    <a:pt x="1072896" y="1429444"/>
                  </a:lnTo>
                  <a:lnTo>
                    <a:pt x="1328898" y="1429444"/>
                  </a:lnTo>
                  <a:lnTo>
                    <a:pt x="1328898" y="1451966"/>
                  </a:lnTo>
                  <a:close/>
                </a:path>
                <a:path w="1966595" h="1495425">
                  <a:moveTo>
                    <a:pt x="1728247" y="1338409"/>
                  </a:moveTo>
                  <a:lnTo>
                    <a:pt x="1722317" y="1338409"/>
                  </a:lnTo>
                  <a:lnTo>
                    <a:pt x="1727594" y="1225388"/>
                  </a:lnTo>
                  <a:lnTo>
                    <a:pt x="1727685" y="1223427"/>
                  </a:lnTo>
                  <a:lnTo>
                    <a:pt x="1717277" y="1040427"/>
                  </a:lnTo>
                  <a:lnTo>
                    <a:pt x="1723191" y="1040092"/>
                  </a:lnTo>
                  <a:lnTo>
                    <a:pt x="1733376" y="1218996"/>
                  </a:lnTo>
                  <a:lnTo>
                    <a:pt x="1748258" y="1218996"/>
                  </a:lnTo>
                  <a:lnTo>
                    <a:pt x="1733535" y="1225388"/>
                  </a:lnTo>
                  <a:lnTo>
                    <a:pt x="1728367" y="1335848"/>
                  </a:lnTo>
                  <a:lnTo>
                    <a:pt x="1728247" y="1338409"/>
                  </a:lnTo>
                  <a:close/>
                </a:path>
                <a:path w="1966595" h="1495425">
                  <a:moveTo>
                    <a:pt x="904380" y="1288874"/>
                  </a:moveTo>
                  <a:lnTo>
                    <a:pt x="898327" y="1288874"/>
                  </a:lnTo>
                  <a:lnTo>
                    <a:pt x="934287" y="1111214"/>
                  </a:lnTo>
                  <a:lnTo>
                    <a:pt x="949831" y="1120682"/>
                  </a:lnTo>
                  <a:lnTo>
                    <a:pt x="938415" y="1120682"/>
                  </a:lnTo>
                  <a:lnTo>
                    <a:pt x="904380" y="1288874"/>
                  </a:lnTo>
                  <a:close/>
                </a:path>
                <a:path w="1966595" h="1495425">
                  <a:moveTo>
                    <a:pt x="990323" y="1427180"/>
                  </a:moveTo>
                  <a:lnTo>
                    <a:pt x="982695" y="1427180"/>
                  </a:lnTo>
                  <a:lnTo>
                    <a:pt x="1018447" y="1382964"/>
                  </a:lnTo>
                  <a:lnTo>
                    <a:pt x="1022585" y="1378000"/>
                  </a:lnTo>
                  <a:lnTo>
                    <a:pt x="1026855" y="1373162"/>
                  </a:lnTo>
                  <a:lnTo>
                    <a:pt x="1031232" y="1368431"/>
                  </a:lnTo>
                  <a:lnTo>
                    <a:pt x="1035693" y="1363789"/>
                  </a:lnTo>
                  <a:lnTo>
                    <a:pt x="1059954" y="1246396"/>
                  </a:lnTo>
                  <a:lnTo>
                    <a:pt x="1060043" y="1245965"/>
                  </a:lnTo>
                  <a:lnTo>
                    <a:pt x="1060112" y="1245631"/>
                  </a:lnTo>
                  <a:lnTo>
                    <a:pt x="1055448" y="1192712"/>
                  </a:lnTo>
                  <a:lnTo>
                    <a:pt x="1055378" y="1191915"/>
                  </a:lnTo>
                  <a:lnTo>
                    <a:pt x="938415" y="1120682"/>
                  </a:lnTo>
                  <a:lnTo>
                    <a:pt x="949831" y="1120682"/>
                  </a:lnTo>
                  <a:lnTo>
                    <a:pt x="1056733" y="1185794"/>
                  </a:lnTo>
                  <a:lnTo>
                    <a:pt x="1063111" y="1185794"/>
                  </a:lnTo>
                  <a:lnTo>
                    <a:pt x="1061228" y="1190608"/>
                  </a:lnTo>
                  <a:lnTo>
                    <a:pt x="1066060" y="1245631"/>
                  </a:lnTo>
                  <a:lnTo>
                    <a:pt x="1066010" y="1246396"/>
                  </a:lnTo>
                  <a:lnTo>
                    <a:pt x="1043344" y="1356075"/>
                  </a:lnTo>
                  <a:lnTo>
                    <a:pt x="1052621" y="1356075"/>
                  </a:lnTo>
                  <a:lnTo>
                    <a:pt x="1047240" y="1360538"/>
                  </a:lnTo>
                  <a:lnTo>
                    <a:pt x="1023053" y="1386694"/>
                  </a:lnTo>
                  <a:lnTo>
                    <a:pt x="990323" y="1427180"/>
                  </a:lnTo>
                  <a:close/>
                </a:path>
                <a:path w="1966595" h="1495425">
                  <a:moveTo>
                    <a:pt x="1748258" y="1218996"/>
                  </a:moveTo>
                  <a:lnTo>
                    <a:pt x="1733376" y="1218996"/>
                  </a:lnTo>
                  <a:lnTo>
                    <a:pt x="1931104" y="1133162"/>
                  </a:lnTo>
                  <a:lnTo>
                    <a:pt x="1932092" y="1132748"/>
                  </a:lnTo>
                  <a:lnTo>
                    <a:pt x="1933208" y="1132875"/>
                  </a:lnTo>
                  <a:lnTo>
                    <a:pt x="1934929" y="1134182"/>
                  </a:lnTo>
                  <a:lnTo>
                    <a:pt x="1935360" y="1135234"/>
                  </a:lnTo>
                  <a:lnTo>
                    <a:pt x="1934595" y="1140702"/>
                  </a:lnTo>
                  <a:lnTo>
                    <a:pt x="1928601" y="1140702"/>
                  </a:lnTo>
                  <a:lnTo>
                    <a:pt x="1748258" y="1218996"/>
                  </a:lnTo>
                  <a:close/>
                </a:path>
                <a:path w="1966595" h="1495425">
                  <a:moveTo>
                    <a:pt x="1891376" y="1449750"/>
                  </a:moveTo>
                  <a:lnTo>
                    <a:pt x="1885390" y="1449750"/>
                  </a:lnTo>
                  <a:lnTo>
                    <a:pt x="1928601" y="1140702"/>
                  </a:lnTo>
                  <a:lnTo>
                    <a:pt x="1934595" y="1140702"/>
                  </a:lnTo>
                  <a:lnTo>
                    <a:pt x="1891376" y="1449750"/>
                  </a:lnTo>
                  <a:close/>
                </a:path>
                <a:path w="1966595" h="1495425">
                  <a:moveTo>
                    <a:pt x="1358418" y="1203025"/>
                  </a:moveTo>
                  <a:lnTo>
                    <a:pt x="1341092" y="1203025"/>
                  </a:lnTo>
                  <a:lnTo>
                    <a:pt x="1334062" y="1195979"/>
                  </a:lnTo>
                  <a:lnTo>
                    <a:pt x="1334062" y="1178669"/>
                  </a:lnTo>
                  <a:lnTo>
                    <a:pt x="1341092" y="1171624"/>
                  </a:lnTo>
                  <a:lnTo>
                    <a:pt x="1358418" y="1171624"/>
                  </a:lnTo>
                  <a:lnTo>
                    <a:pt x="1364334" y="1177554"/>
                  </a:lnTo>
                  <a:lnTo>
                    <a:pt x="1344375" y="1177554"/>
                  </a:lnTo>
                  <a:lnTo>
                    <a:pt x="1339992" y="1181937"/>
                  </a:lnTo>
                  <a:lnTo>
                    <a:pt x="1339992" y="1192712"/>
                  </a:lnTo>
                  <a:lnTo>
                    <a:pt x="1344375" y="1197095"/>
                  </a:lnTo>
                  <a:lnTo>
                    <a:pt x="1364334" y="1197095"/>
                  </a:lnTo>
                  <a:lnTo>
                    <a:pt x="1358418" y="1203025"/>
                  </a:lnTo>
                  <a:close/>
                </a:path>
                <a:path w="1966595" h="1495425">
                  <a:moveTo>
                    <a:pt x="1364334" y="1197095"/>
                  </a:moveTo>
                  <a:lnTo>
                    <a:pt x="1355134" y="1197095"/>
                  </a:lnTo>
                  <a:lnTo>
                    <a:pt x="1359518" y="1192712"/>
                  </a:lnTo>
                  <a:lnTo>
                    <a:pt x="1359518" y="1181937"/>
                  </a:lnTo>
                  <a:lnTo>
                    <a:pt x="1355134" y="1177554"/>
                  </a:lnTo>
                  <a:lnTo>
                    <a:pt x="1364334" y="1177554"/>
                  </a:lnTo>
                  <a:lnTo>
                    <a:pt x="1365447" y="1178669"/>
                  </a:lnTo>
                  <a:lnTo>
                    <a:pt x="1365447" y="1195979"/>
                  </a:lnTo>
                  <a:lnTo>
                    <a:pt x="1364334" y="1197095"/>
                  </a:lnTo>
                  <a:close/>
                </a:path>
                <a:path w="1966595" h="1495425">
                  <a:moveTo>
                    <a:pt x="524628" y="1312114"/>
                  </a:moveTo>
                  <a:lnTo>
                    <a:pt x="488336" y="1297481"/>
                  </a:lnTo>
                  <a:lnTo>
                    <a:pt x="471152" y="1258637"/>
                  </a:lnTo>
                  <a:lnTo>
                    <a:pt x="475352" y="1237821"/>
                  </a:lnTo>
                  <a:lnTo>
                    <a:pt x="486808" y="1220823"/>
                  </a:lnTo>
                  <a:lnTo>
                    <a:pt x="503806" y="1209363"/>
                  </a:lnTo>
                  <a:lnTo>
                    <a:pt x="524628" y="1205161"/>
                  </a:lnTo>
                  <a:lnTo>
                    <a:pt x="545445" y="1209363"/>
                  </a:lnTo>
                  <a:lnTo>
                    <a:pt x="562443" y="1220823"/>
                  </a:lnTo>
                  <a:lnTo>
                    <a:pt x="573903" y="1237821"/>
                  </a:lnTo>
                  <a:lnTo>
                    <a:pt x="578105" y="1258637"/>
                  </a:lnTo>
                  <a:lnTo>
                    <a:pt x="573903" y="1279453"/>
                  </a:lnTo>
                  <a:lnTo>
                    <a:pt x="562468" y="1296414"/>
                  </a:lnTo>
                  <a:lnTo>
                    <a:pt x="560915" y="1297481"/>
                  </a:lnTo>
                  <a:lnTo>
                    <a:pt x="545445" y="1307912"/>
                  </a:lnTo>
                  <a:lnTo>
                    <a:pt x="524628" y="1312114"/>
                  </a:lnTo>
                  <a:close/>
                </a:path>
                <a:path w="1966595" h="1495425">
                  <a:moveTo>
                    <a:pt x="1052621" y="1356075"/>
                  </a:moveTo>
                  <a:lnTo>
                    <a:pt x="1043344" y="1356075"/>
                  </a:lnTo>
                  <a:lnTo>
                    <a:pt x="1063973" y="1338409"/>
                  </a:lnTo>
                  <a:lnTo>
                    <a:pt x="1109929" y="1309569"/>
                  </a:lnTo>
                  <a:lnTo>
                    <a:pt x="1167528" y="1286292"/>
                  </a:lnTo>
                  <a:lnTo>
                    <a:pt x="1237235" y="1269839"/>
                  </a:lnTo>
                  <a:lnTo>
                    <a:pt x="1273043" y="1268535"/>
                  </a:lnTo>
                  <a:lnTo>
                    <a:pt x="1308830" y="1271915"/>
                  </a:lnTo>
                  <a:lnTo>
                    <a:pt x="1324702" y="1274470"/>
                  </a:lnTo>
                  <a:lnTo>
                    <a:pt x="1272878" y="1274470"/>
                  </a:lnTo>
                  <a:lnTo>
                    <a:pt x="1237838" y="1275746"/>
                  </a:lnTo>
                  <a:lnTo>
                    <a:pt x="1169616" y="1291839"/>
                  </a:lnTo>
                  <a:lnTo>
                    <a:pt x="1104620" y="1318997"/>
                  </a:lnTo>
                  <a:lnTo>
                    <a:pt x="1074561" y="1337876"/>
                  </a:lnTo>
                  <a:lnTo>
                    <a:pt x="1052621" y="1356075"/>
                  </a:lnTo>
                  <a:close/>
                </a:path>
                <a:path w="1966595" h="1495425">
                  <a:moveTo>
                    <a:pt x="1726331" y="1344774"/>
                  </a:moveTo>
                  <a:lnTo>
                    <a:pt x="1724063" y="1344774"/>
                  </a:lnTo>
                  <a:lnTo>
                    <a:pt x="1307890" y="1277764"/>
                  </a:lnTo>
                  <a:lnTo>
                    <a:pt x="1272878" y="1274470"/>
                  </a:lnTo>
                  <a:lnTo>
                    <a:pt x="1324702" y="1274470"/>
                  </a:lnTo>
                  <a:lnTo>
                    <a:pt x="1721887" y="1338409"/>
                  </a:lnTo>
                  <a:lnTo>
                    <a:pt x="1728247" y="1338409"/>
                  </a:lnTo>
                  <a:lnTo>
                    <a:pt x="1728177" y="1339916"/>
                  </a:lnTo>
                  <a:lnTo>
                    <a:pt x="1728093" y="1341713"/>
                  </a:lnTo>
                  <a:lnTo>
                    <a:pt x="1728036" y="1342925"/>
                  </a:lnTo>
                  <a:lnTo>
                    <a:pt x="1727638" y="1343706"/>
                  </a:lnTo>
                  <a:lnTo>
                    <a:pt x="1726331" y="1344774"/>
                  </a:lnTo>
                  <a:close/>
                </a:path>
                <a:path w="1966595" h="1495425">
                  <a:moveTo>
                    <a:pt x="1074572" y="1428710"/>
                  </a:moveTo>
                  <a:lnTo>
                    <a:pt x="1059809" y="1428710"/>
                  </a:lnTo>
                  <a:lnTo>
                    <a:pt x="1112990" y="1405439"/>
                  </a:lnTo>
                  <a:lnTo>
                    <a:pt x="1132875" y="1405186"/>
                  </a:lnTo>
                  <a:lnTo>
                    <a:pt x="1177097" y="1401442"/>
                  </a:lnTo>
                  <a:lnTo>
                    <a:pt x="1228896" y="1389874"/>
                  </a:lnTo>
                  <a:lnTo>
                    <a:pt x="1270831" y="1366148"/>
                  </a:lnTo>
                  <a:lnTo>
                    <a:pt x="1285670" y="1329838"/>
                  </a:lnTo>
                  <a:lnTo>
                    <a:pt x="1285623" y="1328197"/>
                  </a:lnTo>
                  <a:lnTo>
                    <a:pt x="1286914" y="1326826"/>
                  </a:lnTo>
                  <a:lnTo>
                    <a:pt x="1290006" y="1326826"/>
                  </a:lnTo>
                  <a:lnTo>
                    <a:pt x="1291552" y="1328037"/>
                  </a:lnTo>
                  <a:lnTo>
                    <a:pt x="1291759" y="1335848"/>
                  </a:lnTo>
                  <a:lnTo>
                    <a:pt x="1290978" y="1341713"/>
                  </a:lnTo>
                  <a:lnTo>
                    <a:pt x="1289273" y="1347260"/>
                  </a:lnTo>
                  <a:lnTo>
                    <a:pt x="1299649" y="1352871"/>
                  </a:lnTo>
                  <a:lnTo>
                    <a:pt x="1287185" y="1352871"/>
                  </a:lnTo>
                  <a:lnTo>
                    <a:pt x="1284411" y="1359151"/>
                  </a:lnTo>
                  <a:lnTo>
                    <a:pt x="1280363" y="1365001"/>
                  </a:lnTo>
                  <a:lnTo>
                    <a:pt x="1233569" y="1394600"/>
                  </a:lnTo>
                  <a:lnTo>
                    <a:pt x="1182708" y="1406774"/>
                  </a:lnTo>
                  <a:lnTo>
                    <a:pt x="1137797" y="1410992"/>
                  </a:lnTo>
                  <a:lnTo>
                    <a:pt x="1114194" y="1411384"/>
                  </a:lnTo>
                  <a:lnTo>
                    <a:pt x="1074572" y="1428710"/>
                  </a:lnTo>
                  <a:close/>
                </a:path>
                <a:path w="1966595" h="1495425">
                  <a:moveTo>
                    <a:pt x="1890586" y="1454070"/>
                  </a:moveTo>
                  <a:lnTo>
                    <a:pt x="1474345" y="1454070"/>
                  </a:lnTo>
                  <a:lnTo>
                    <a:pt x="1287185" y="1352871"/>
                  </a:lnTo>
                  <a:lnTo>
                    <a:pt x="1299649" y="1352871"/>
                  </a:lnTo>
                  <a:lnTo>
                    <a:pt x="1478824" y="1449750"/>
                  </a:lnTo>
                  <a:lnTo>
                    <a:pt x="1891376" y="1449750"/>
                  </a:lnTo>
                  <a:lnTo>
                    <a:pt x="1890857" y="1453464"/>
                  </a:lnTo>
                  <a:lnTo>
                    <a:pt x="1890745" y="1453783"/>
                  </a:lnTo>
                  <a:lnTo>
                    <a:pt x="1890586" y="1454070"/>
                  </a:lnTo>
                  <a:close/>
                </a:path>
                <a:path w="1966595" h="1495425">
                  <a:moveTo>
                    <a:pt x="1966059" y="1494811"/>
                  </a:moveTo>
                  <a:lnTo>
                    <a:pt x="0" y="1494811"/>
                  </a:lnTo>
                  <a:lnTo>
                    <a:pt x="0" y="1454070"/>
                  </a:lnTo>
                  <a:lnTo>
                    <a:pt x="1966059" y="1454070"/>
                  </a:lnTo>
                  <a:lnTo>
                    <a:pt x="1966059" y="1494811"/>
                  </a:lnTo>
                  <a:close/>
                </a:path>
                <a:path w="1966595" h="1495425">
                  <a:moveTo>
                    <a:pt x="1301170" y="769792"/>
                  </a:moveTo>
                  <a:lnTo>
                    <a:pt x="1293895" y="769792"/>
                  </a:lnTo>
                  <a:lnTo>
                    <a:pt x="1346049" y="696567"/>
                  </a:lnTo>
                  <a:lnTo>
                    <a:pt x="1350878" y="700010"/>
                  </a:lnTo>
                  <a:lnTo>
                    <a:pt x="1301170" y="769792"/>
                  </a:lnTo>
                  <a:close/>
                </a:path>
                <a:path w="1966595" h="1495425">
                  <a:moveTo>
                    <a:pt x="1295186" y="778192"/>
                  </a:moveTo>
                  <a:lnTo>
                    <a:pt x="1252516" y="746090"/>
                  </a:lnTo>
                  <a:lnTo>
                    <a:pt x="1256071" y="741340"/>
                  </a:lnTo>
                  <a:lnTo>
                    <a:pt x="1293895" y="769792"/>
                  </a:lnTo>
                  <a:lnTo>
                    <a:pt x="1301170" y="769792"/>
                  </a:lnTo>
                  <a:lnTo>
                    <a:pt x="1295186" y="778192"/>
                  </a:lnTo>
                  <a:close/>
                </a:path>
                <a:path w="1966595" h="1495425">
                  <a:moveTo>
                    <a:pt x="1447567" y="778224"/>
                  </a:moveTo>
                  <a:lnTo>
                    <a:pt x="1391476" y="701141"/>
                  </a:lnTo>
                  <a:lnTo>
                    <a:pt x="1396274" y="697666"/>
                  </a:lnTo>
                  <a:lnTo>
                    <a:pt x="1448762" y="769776"/>
                  </a:lnTo>
                  <a:lnTo>
                    <a:pt x="1458428" y="769776"/>
                  </a:lnTo>
                  <a:lnTo>
                    <a:pt x="1447567" y="778224"/>
                  </a:lnTo>
                  <a:close/>
                </a:path>
                <a:path w="1966595" h="1495425">
                  <a:moveTo>
                    <a:pt x="1458428" y="769776"/>
                  </a:moveTo>
                  <a:lnTo>
                    <a:pt x="1448762" y="769776"/>
                  </a:lnTo>
                  <a:lnTo>
                    <a:pt x="1539409" y="699276"/>
                  </a:lnTo>
                  <a:lnTo>
                    <a:pt x="1543044" y="703963"/>
                  </a:lnTo>
                  <a:lnTo>
                    <a:pt x="1458428" y="769776"/>
                  </a:lnTo>
                  <a:close/>
                </a:path>
                <a:path w="1966595" h="1495425">
                  <a:moveTo>
                    <a:pt x="1389452" y="964683"/>
                  </a:moveTo>
                  <a:lnTo>
                    <a:pt x="1370739" y="964683"/>
                  </a:lnTo>
                  <a:lnTo>
                    <a:pt x="1363120" y="957064"/>
                  </a:lnTo>
                  <a:lnTo>
                    <a:pt x="1363120" y="938351"/>
                  </a:lnTo>
                  <a:lnTo>
                    <a:pt x="1370739" y="930732"/>
                  </a:lnTo>
                  <a:lnTo>
                    <a:pt x="1389452" y="930732"/>
                  </a:lnTo>
                  <a:lnTo>
                    <a:pt x="1395381" y="936662"/>
                  </a:lnTo>
                  <a:lnTo>
                    <a:pt x="1373991" y="936662"/>
                  </a:lnTo>
                  <a:lnTo>
                    <a:pt x="1369049" y="941619"/>
                  </a:lnTo>
                  <a:lnTo>
                    <a:pt x="1369049" y="953796"/>
                  </a:lnTo>
                  <a:lnTo>
                    <a:pt x="1373991" y="958754"/>
                  </a:lnTo>
                  <a:lnTo>
                    <a:pt x="1395381" y="958754"/>
                  </a:lnTo>
                  <a:lnTo>
                    <a:pt x="1389452" y="964683"/>
                  </a:lnTo>
                  <a:close/>
                </a:path>
                <a:path w="1966595" h="1495425">
                  <a:moveTo>
                    <a:pt x="1395381" y="958754"/>
                  </a:moveTo>
                  <a:lnTo>
                    <a:pt x="1386184" y="958754"/>
                  </a:lnTo>
                  <a:lnTo>
                    <a:pt x="1391125" y="953796"/>
                  </a:lnTo>
                  <a:lnTo>
                    <a:pt x="1391125" y="941619"/>
                  </a:lnTo>
                  <a:lnTo>
                    <a:pt x="1386184" y="936662"/>
                  </a:lnTo>
                  <a:lnTo>
                    <a:pt x="1395381" y="936662"/>
                  </a:lnTo>
                  <a:lnTo>
                    <a:pt x="1397071" y="938351"/>
                  </a:lnTo>
                  <a:lnTo>
                    <a:pt x="1397071" y="957064"/>
                  </a:lnTo>
                  <a:lnTo>
                    <a:pt x="1395381" y="958754"/>
                  </a:lnTo>
                  <a:close/>
                </a:path>
              </a:pathLst>
            </a:custGeom>
            <a:solidFill>
              <a:srgbClr val="0F0E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4246783" y="5658931"/>
            <a:ext cx="2965450" cy="595630"/>
          </a:xfrm>
          <a:prstGeom prst="rect">
            <a:avLst/>
          </a:prstGeom>
          <a:solidFill>
            <a:srgbClr val="BEE3FF"/>
          </a:solidFill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978755" y="5191154"/>
            <a:ext cx="2120900" cy="1530985"/>
          </a:xfrm>
          <a:custGeom>
            <a:avLst/>
            <a:gdLst/>
            <a:ahLst/>
            <a:cxnLst/>
            <a:rect l="l" t="t" r="r" b="b"/>
            <a:pathLst>
              <a:path w="2120900" h="1530984">
                <a:moveTo>
                  <a:pt x="1060433" y="1530935"/>
                </a:moveTo>
                <a:lnTo>
                  <a:pt x="1011540" y="1527965"/>
                </a:lnTo>
                <a:lnTo>
                  <a:pt x="963215" y="1519055"/>
                </a:lnTo>
                <a:lnTo>
                  <a:pt x="916025" y="1504206"/>
                </a:lnTo>
                <a:lnTo>
                  <a:pt x="870537" y="1483416"/>
                </a:lnTo>
                <a:lnTo>
                  <a:pt x="827320" y="1456687"/>
                </a:lnTo>
                <a:lnTo>
                  <a:pt x="85418" y="930729"/>
                </a:lnTo>
                <a:lnTo>
                  <a:pt x="49468" y="898118"/>
                </a:lnTo>
                <a:lnTo>
                  <a:pt x="22617" y="858483"/>
                </a:lnTo>
                <a:lnTo>
                  <a:pt x="5812" y="813655"/>
                </a:lnTo>
                <a:lnTo>
                  <a:pt x="0" y="765468"/>
                </a:lnTo>
                <a:lnTo>
                  <a:pt x="5812" y="717279"/>
                </a:lnTo>
                <a:lnTo>
                  <a:pt x="22617" y="672452"/>
                </a:lnTo>
                <a:lnTo>
                  <a:pt x="49468" y="632816"/>
                </a:lnTo>
                <a:lnTo>
                  <a:pt x="85418" y="600206"/>
                </a:lnTo>
                <a:lnTo>
                  <a:pt x="827320" y="74248"/>
                </a:lnTo>
                <a:lnTo>
                  <a:pt x="870537" y="47518"/>
                </a:lnTo>
                <a:lnTo>
                  <a:pt x="916025" y="26729"/>
                </a:lnTo>
                <a:lnTo>
                  <a:pt x="963215" y="11879"/>
                </a:lnTo>
                <a:lnTo>
                  <a:pt x="1011540" y="2969"/>
                </a:lnTo>
                <a:lnTo>
                  <a:pt x="1060433" y="0"/>
                </a:lnTo>
                <a:lnTo>
                  <a:pt x="1109326" y="2969"/>
                </a:lnTo>
                <a:lnTo>
                  <a:pt x="1157651" y="11879"/>
                </a:lnTo>
                <a:lnTo>
                  <a:pt x="1204841" y="26729"/>
                </a:lnTo>
                <a:lnTo>
                  <a:pt x="1250329" y="47518"/>
                </a:lnTo>
                <a:lnTo>
                  <a:pt x="1293546" y="74248"/>
                </a:lnTo>
                <a:lnTo>
                  <a:pt x="2035448" y="600206"/>
                </a:lnTo>
                <a:lnTo>
                  <a:pt x="2071398" y="632816"/>
                </a:lnTo>
                <a:lnTo>
                  <a:pt x="2098249" y="672452"/>
                </a:lnTo>
                <a:lnTo>
                  <a:pt x="2115054" y="717279"/>
                </a:lnTo>
                <a:lnTo>
                  <a:pt x="2120866" y="765468"/>
                </a:lnTo>
                <a:lnTo>
                  <a:pt x="2115054" y="813655"/>
                </a:lnTo>
                <a:lnTo>
                  <a:pt x="2098249" y="858483"/>
                </a:lnTo>
                <a:lnTo>
                  <a:pt x="2071398" y="898118"/>
                </a:lnTo>
                <a:lnTo>
                  <a:pt x="2035448" y="930729"/>
                </a:lnTo>
                <a:lnTo>
                  <a:pt x="1293546" y="1456687"/>
                </a:lnTo>
                <a:lnTo>
                  <a:pt x="1250329" y="1483416"/>
                </a:lnTo>
                <a:lnTo>
                  <a:pt x="1204841" y="1504206"/>
                </a:lnTo>
                <a:lnTo>
                  <a:pt x="1157651" y="1519055"/>
                </a:lnTo>
                <a:lnTo>
                  <a:pt x="1109326" y="1527965"/>
                </a:lnTo>
                <a:lnTo>
                  <a:pt x="1060433" y="1530935"/>
                </a:lnTo>
                <a:close/>
              </a:path>
            </a:pathLst>
          </a:custGeom>
          <a:solidFill>
            <a:srgbClr val="D6D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9566221" y="5782766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383197" y="5422843"/>
            <a:ext cx="2486025" cy="1068070"/>
          </a:xfrm>
          <a:custGeom>
            <a:avLst/>
            <a:gdLst/>
            <a:ahLst/>
            <a:cxnLst/>
            <a:rect l="l" t="t" r="r" b="b"/>
            <a:pathLst>
              <a:path w="2486025" h="1068070">
                <a:moveTo>
                  <a:pt x="1243344" y="1067556"/>
                </a:moveTo>
                <a:lnTo>
                  <a:pt x="1177311" y="1066817"/>
                </a:lnTo>
                <a:lnTo>
                  <a:pt x="1112176" y="1064622"/>
                </a:lnTo>
                <a:lnTo>
                  <a:pt x="1048025" y="1061008"/>
                </a:lnTo>
                <a:lnTo>
                  <a:pt x="984943" y="1056014"/>
                </a:lnTo>
                <a:lnTo>
                  <a:pt x="923016" y="1049674"/>
                </a:lnTo>
                <a:lnTo>
                  <a:pt x="862331" y="1042027"/>
                </a:lnTo>
                <a:lnTo>
                  <a:pt x="802974" y="1033110"/>
                </a:lnTo>
                <a:lnTo>
                  <a:pt x="745029" y="1022958"/>
                </a:lnTo>
                <a:lnTo>
                  <a:pt x="688584" y="1011610"/>
                </a:lnTo>
                <a:lnTo>
                  <a:pt x="633724" y="999101"/>
                </a:lnTo>
                <a:lnTo>
                  <a:pt x="580535" y="985469"/>
                </a:lnTo>
                <a:lnTo>
                  <a:pt x="529103" y="970751"/>
                </a:lnTo>
                <a:lnTo>
                  <a:pt x="479513" y="954984"/>
                </a:lnTo>
                <a:lnTo>
                  <a:pt x="431853" y="938204"/>
                </a:lnTo>
                <a:lnTo>
                  <a:pt x="386207" y="920449"/>
                </a:lnTo>
                <a:lnTo>
                  <a:pt x="342662" y="901754"/>
                </a:lnTo>
                <a:lnTo>
                  <a:pt x="301304" y="882158"/>
                </a:lnTo>
                <a:lnTo>
                  <a:pt x="262218" y="861697"/>
                </a:lnTo>
                <a:lnTo>
                  <a:pt x="225491" y="840408"/>
                </a:lnTo>
                <a:lnTo>
                  <a:pt x="191207" y="818328"/>
                </a:lnTo>
                <a:lnTo>
                  <a:pt x="159455" y="795493"/>
                </a:lnTo>
                <a:lnTo>
                  <a:pt x="103884" y="747709"/>
                </a:lnTo>
                <a:lnTo>
                  <a:pt x="59466" y="697350"/>
                </a:lnTo>
                <a:lnTo>
                  <a:pt x="26887" y="644712"/>
                </a:lnTo>
                <a:lnTo>
                  <a:pt x="6836" y="590089"/>
                </a:lnTo>
                <a:lnTo>
                  <a:pt x="0" y="533778"/>
                </a:lnTo>
                <a:lnTo>
                  <a:pt x="1723" y="505429"/>
                </a:lnTo>
                <a:lnTo>
                  <a:pt x="15253" y="449926"/>
                </a:lnTo>
                <a:lnTo>
                  <a:pt x="41654" y="396259"/>
                </a:lnTo>
                <a:lnTo>
                  <a:pt x="80238" y="344723"/>
                </a:lnTo>
                <a:lnTo>
                  <a:pt x="130318" y="295615"/>
                </a:lnTo>
                <a:lnTo>
                  <a:pt x="191207" y="249228"/>
                </a:lnTo>
                <a:lnTo>
                  <a:pt x="225491" y="227148"/>
                </a:lnTo>
                <a:lnTo>
                  <a:pt x="262218" y="205859"/>
                </a:lnTo>
                <a:lnTo>
                  <a:pt x="301304" y="185398"/>
                </a:lnTo>
                <a:lnTo>
                  <a:pt x="342662" y="165802"/>
                </a:lnTo>
                <a:lnTo>
                  <a:pt x="386207" y="147108"/>
                </a:lnTo>
                <a:lnTo>
                  <a:pt x="431853" y="129352"/>
                </a:lnTo>
                <a:lnTo>
                  <a:pt x="479513" y="112572"/>
                </a:lnTo>
                <a:lnTo>
                  <a:pt x="529103" y="96805"/>
                </a:lnTo>
                <a:lnTo>
                  <a:pt x="580535" y="82087"/>
                </a:lnTo>
                <a:lnTo>
                  <a:pt x="633724" y="68455"/>
                </a:lnTo>
                <a:lnTo>
                  <a:pt x="688584" y="55947"/>
                </a:lnTo>
                <a:lnTo>
                  <a:pt x="745029" y="44598"/>
                </a:lnTo>
                <a:lnTo>
                  <a:pt x="802974" y="34447"/>
                </a:lnTo>
                <a:lnTo>
                  <a:pt x="862331" y="25529"/>
                </a:lnTo>
                <a:lnTo>
                  <a:pt x="923016" y="17882"/>
                </a:lnTo>
                <a:lnTo>
                  <a:pt x="984943" y="11543"/>
                </a:lnTo>
                <a:lnTo>
                  <a:pt x="1048025" y="6548"/>
                </a:lnTo>
                <a:lnTo>
                  <a:pt x="1112176" y="2935"/>
                </a:lnTo>
                <a:lnTo>
                  <a:pt x="1177311" y="740"/>
                </a:lnTo>
                <a:lnTo>
                  <a:pt x="1243344" y="0"/>
                </a:lnTo>
                <a:lnTo>
                  <a:pt x="1309377" y="740"/>
                </a:lnTo>
                <a:lnTo>
                  <a:pt x="1374512" y="2935"/>
                </a:lnTo>
                <a:lnTo>
                  <a:pt x="1438663" y="6548"/>
                </a:lnTo>
                <a:lnTo>
                  <a:pt x="1501745" y="11543"/>
                </a:lnTo>
                <a:lnTo>
                  <a:pt x="1563671" y="17882"/>
                </a:lnTo>
                <a:lnTo>
                  <a:pt x="1624356" y="25529"/>
                </a:lnTo>
                <a:lnTo>
                  <a:pt x="1683714" y="34447"/>
                </a:lnTo>
                <a:lnTo>
                  <a:pt x="1741658" y="44598"/>
                </a:lnTo>
                <a:lnTo>
                  <a:pt x="1798104" y="55947"/>
                </a:lnTo>
                <a:lnTo>
                  <a:pt x="1852964" y="68455"/>
                </a:lnTo>
                <a:lnTo>
                  <a:pt x="1906153" y="82087"/>
                </a:lnTo>
                <a:lnTo>
                  <a:pt x="1957585" y="96805"/>
                </a:lnTo>
                <a:lnTo>
                  <a:pt x="2007174" y="112572"/>
                </a:lnTo>
                <a:lnTo>
                  <a:pt x="2054835" y="129352"/>
                </a:lnTo>
                <a:lnTo>
                  <a:pt x="2100480" y="147108"/>
                </a:lnTo>
                <a:lnTo>
                  <a:pt x="2144026" y="165802"/>
                </a:lnTo>
                <a:lnTo>
                  <a:pt x="2185384" y="185398"/>
                </a:lnTo>
                <a:lnTo>
                  <a:pt x="2224470" y="205859"/>
                </a:lnTo>
                <a:lnTo>
                  <a:pt x="2261197" y="227148"/>
                </a:lnTo>
                <a:lnTo>
                  <a:pt x="2295480" y="249228"/>
                </a:lnTo>
                <a:lnTo>
                  <a:pt x="2327233" y="272063"/>
                </a:lnTo>
                <a:lnTo>
                  <a:pt x="2382804" y="319847"/>
                </a:lnTo>
                <a:lnTo>
                  <a:pt x="2427222" y="370206"/>
                </a:lnTo>
                <a:lnTo>
                  <a:pt x="2459801" y="422844"/>
                </a:lnTo>
                <a:lnTo>
                  <a:pt x="2479852" y="477466"/>
                </a:lnTo>
                <a:lnTo>
                  <a:pt x="2485405" y="512675"/>
                </a:lnTo>
                <a:lnTo>
                  <a:pt x="2485405" y="554881"/>
                </a:lnTo>
                <a:lnTo>
                  <a:pt x="2471435" y="617630"/>
                </a:lnTo>
                <a:lnTo>
                  <a:pt x="2445034" y="671297"/>
                </a:lnTo>
                <a:lnTo>
                  <a:pt x="2406450" y="722833"/>
                </a:lnTo>
                <a:lnTo>
                  <a:pt x="2356369" y="771941"/>
                </a:lnTo>
                <a:lnTo>
                  <a:pt x="2295480" y="818328"/>
                </a:lnTo>
                <a:lnTo>
                  <a:pt x="2261197" y="840408"/>
                </a:lnTo>
                <a:lnTo>
                  <a:pt x="2224470" y="861697"/>
                </a:lnTo>
                <a:lnTo>
                  <a:pt x="2185384" y="882158"/>
                </a:lnTo>
                <a:lnTo>
                  <a:pt x="2144026" y="901754"/>
                </a:lnTo>
                <a:lnTo>
                  <a:pt x="2100480" y="920449"/>
                </a:lnTo>
                <a:lnTo>
                  <a:pt x="2054835" y="938204"/>
                </a:lnTo>
                <a:lnTo>
                  <a:pt x="2007174" y="954984"/>
                </a:lnTo>
                <a:lnTo>
                  <a:pt x="1957585" y="970751"/>
                </a:lnTo>
                <a:lnTo>
                  <a:pt x="1906153" y="985469"/>
                </a:lnTo>
                <a:lnTo>
                  <a:pt x="1852964" y="999101"/>
                </a:lnTo>
                <a:lnTo>
                  <a:pt x="1798104" y="1011610"/>
                </a:lnTo>
                <a:lnTo>
                  <a:pt x="1741658" y="1022958"/>
                </a:lnTo>
                <a:lnTo>
                  <a:pt x="1683714" y="1033110"/>
                </a:lnTo>
                <a:lnTo>
                  <a:pt x="1624356" y="1042027"/>
                </a:lnTo>
                <a:lnTo>
                  <a:pt x="1563671" y="1049674"/>
                </a:lnTo>
                <a:lnTo>
                  <a:pt x="1501745" y="1056014"/>
                </a:lnTo>
                <a:lnTo>
                  <a:pt x="1438663" y="1061008"/>
                </a:lnTo>
                <a:lnTo>
                  <a:pt x="1374512" y="1064622"/>
                </a:lnTo>
                <a:lnTo>
                  <a:pt x="1309377" y="1066817"/>
                </a:lnTo>
                <a:lnTo>
                  <a:pt x="1243344" y="1067556"/>
                </a:lnTo>
                <a:close/>
              </a:path>
            </a:pathLst>
          </a:custGeom>
          <a:solidFill>
            <a:srgbClr val="D5FD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2153482" y="5781618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9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45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48107" y="7133537"/>
            <a:ext cx="1582420" cy="1582420"/>
          </a:xfrm>
          <a:prstGeom prst="rect">
            <a:avLst/>
          </a:prstGeom>
          <a:solidFill>
            <a:srgbClr val="FFCCD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46710">
              <a:lnSpc>
                <a:spcPct val="100000"/>
              </a:lnSpc>
            </a:pPr>
            <a:r>
              <a:rPr sz="1800" spc="9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20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964650" y="7133537"/>
            <a:ext cx="1582420" cy="1582420"/>
          </a:xfrm>
          <a:prstGeom prst="rect">
            <a:avLst/>
          </a:prstGeom>
          <a:solidFill>
            <a:srgbClr val="FFF5C2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46710">
              <a:lnSpc>
                <a:spcPct val="100000"/>
              </a:lnSpc>
            </a:pPr>
            <a:r>
              <a:rPr sz="1800" spc="95" dirty="0">
                <a:latin typeface="Tahoma" panose="020B0604030504040204"/>
                <a:cs typeface="Tahoma" panose="020B0604030504040204"/>
              </a:rPr>
              <a:t>Add</a:t>
            </a:r>
            <a:r>
              <a:rPr sz="1800" spc="-150" dirty="0">
                <a:latin typeface="Tahoma" panose="020B0604030504040204"/>
                <a:cs typeface="Tahoma" panose="020B0604030504040204"/>
              </a:rPr>
              <a:t> </a:t>
            </a:r>
            <a:r>
              <a:rPr sz="1800" spc="-20" dirty="0">
                <a:latin typeface="Tahoma" panose="020B0604030504040204"/>
                <a:cs typeface="Tahoma" panose="020B0604030504040204"/>
              </a:rPr>
              <a:t>text</a:t>
            </a:r>
            <a:endParaRPr sz="18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14166095" y="6813102"/>
            <a:ext cx="3044825" cy="791845"/>
          </a:xfrm>
          <a:custGeom>
            <a:avLst/>
            <a:gdLst/>
            <a:ahLst/>
            <a:cxnLst/>
            <a:rect l="l" t="t" r="r" b="b"/>
            <a:pathLst>
              <a:path w="3044825" h="791845">
                <a:moveTo>
                  <a:pt x="2649560" y="791302"/>
                </a:moveTo>
                <a:lnTo>
                  <a:pt x="395651" y="791302"/>
                </a:lnTo>
                <a:lnTo>
                  <a:pt x="343645" y="787871"/>
                </a:lnTo>
                <a:lnTo>
                  <a:pt x="292970" y="777747"/>
                </a:lnTo>
                <a:lnTo>
                  <a:pt x="244242" y="761185"/>
                </a:lnTo>
                <a:lnTo>
                  <a:pt x="198075" y="738440"/>
                </a:lnTo>
                <a:lnTo>
                  <a:pt x="155084" y="709766"/>
                </a:lnTo>
                <a:lnTo>
                  <a:pt x="115883" y="675419"/>
                </a:lnTo>
                <a:lnTo>
                  <a:pt x="81536" y="636219"/>
                </a:lnTo>
                <a:lnTo>
                  <a:pt x="52862" y="593227"/>
                </a:lnTo>
                <a:lnTo>
                  <a:pt x="30117" y="547060"/>
                </a:lnTo>
                <a:lnTo>
                  <a:pt x="13555" y="498331"/>
                </a:lnTo>
                <a:lnTo>
                  <a:pt x="3431" y="447657"/>
                </a:lnTo>
                <a:lnTo>
                  <a:pt x="0" y="395651"/>
                </a:lnTo>
                <a:lnTo>
                  <a:pt x="3431" y="343645"/>
                </a:lnTo>
                <a:lnTo>
                  <a:pt x="13555" y="292970"/>
                </a:lnTo>
                <a:lnTo>
                  <a:pt x="30117" y="244242"/>
                </a:lnTo>
                <a:lnTo>
                  <a:pt x="52862" y="198074"/>
                </a:lnTo>
                <a:lnTo>
                  <a:pt x="81536" y="155083"/>
                </a:lnTo>
                <a:lnTo>
                  <a:pt x="115883" y="115883"/>
                </a:lnTo>
                <a:lnTo>
                  <a:pt x="155084" y="81536"/>
                </a:lnTo>
                <a:lnTo>
                  <a:pt x="198075" y="52862"/>
                </a:lnTo>
                <a:lnTo>
                  <a:pt x="244242" y="30117"/>
                </a:lnTo>
                <a:lnTo>
                  <a:pt x="292970" y="13555"/>
                </a:lnTo>
                <a:lnTo>
                  <a:pt x="343645" y="3431"/>
                </a:lnTo>
                <a:lnTo>
                  <a:pt x="395651" y="0"/>
                </a:lnTo>
                <a:lnTo>
                  <a:pt x="2649560" y="0"/>
                </a:lnTo>
                <a:lnTo>
                  <a:pt x="2701566" y="3431"/>
                </a:lnTo>
                <a:lnTo>
                  <a:pt x="2752241" y="13555"/>
                </a:lnTo>
                <a:lnTo>
                  <a:pt x="2800969" y="30117"/>
                </a:lnTo>
                <a:lnTo>
                  <a:pt x="2847137" y="52862"/>
                </a:lnTo>
                <a:lnTo>
                  <a:pt x="2890128" y="81536"/>
                </a:lnTo>
                <a:lnTo>
                  <a:pt x="2929328" y="115883"/>
                </a:lnTo>
                <a:lnTo>
                  <a:pt x="2963675" y="155083"/>
                </a:lnTo>
                <a:lnTo>
                  <a:pt x="2992349" y="198074"/>
                </a:lnTo>
                <a:lnTo>
                  <a:pt x="3015094" y="244242"/>
                </a:lnTo>
                <a:lnTo>
                  <a:pt x="3031656" y="292970"/>
                </a:lnTo>
                <a:lnTo>
                  <a:pt x="3041780" y="343645"/>
                </a:lnTo>
                <a:lnTo>
                  <a:pt x="3044659" y="387290"/>
                </a:lnTo>
                <a:lnTo>
                  <a:pt x="3044659" y="404012"/>
                </a:lnTo>
                <a:lnTo>
                  <a:pt x="3041780" y="447657"/>
                </a:lnTo>
                <a:lnTo>
                  <a:pt x="3031656" y="498331"/>
                </a:lnTo>
                <a:lnTo>
                  <a:pt x="3015094" y="547060"/>
                </a:lnTo>
                <a:lnTo>
                  <a:pt x="2992349" y="593227"/>
                </a:lnTo>
                <a:lnTo>
                  <a:pt x="2963675" y="636219"/>
                </a:lnTo>
                <a:lnTo>
                  <a:pt x="2929328" y="675419"/>
                </a:lnTo>
                <a:lnTo>
                  <a:pt x="2890128" y="709766"/>
                </a:lnTo>
                <a:lnTo>
                  <a:pt x="2847137" y="738440"/>
                </a:lnTo>
                <a:lnTo>
                  <a:pt x="2800969" y="761185"/>
                </a:lnTo>
                <a:lnTo>
                  <a:pt x="2752241" y="777747"/>
                </a:lnTo>
                <a:lnTo>
                  <a:pt x="2701566" y="787871"/>
                </a:lnTo>
                <a:lnTo>
                  <a:pt x="2649560" y="791302"/>
                </a:lnTo>
                <a:close/>
              </a:path>
            </a:pathLst>
          </a:custGeom>
          <a:solidFill>
            <a:srgbClr val="FFB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5190875" y="7038527"/>
            <a:ext cx="995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</a:t>
            </a:r>
            <a:r>
              <a:rPr sz="1800" b="1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text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4166095" y="7924396"/>
            <a:ext cx="3044825" cy="791845"/>
          </a:xfrm>
          <a:custGeom>
            <a:avLst/>
            <a:gdLst/>
            <a:ahLst/>
            <a:cxnLst/>
            <a:rect l="l" t="t" r="r" b="b"/>
            <a:pathLst>
              <a:path w="3044825" h="791845">
                <a:moveTo>
                  <a:pt x="2649560" y="791302"/>
                </a:moveTo>
                <a:lnTo>
                  <a:pt x="395651" y="791302"/>
                </a:lnTo>
                <a:lnTo>
                  <a:pt x="343645" y="787871"/>
                </a:lnTo>
                <a:lnTo>
                  <a:pt x="292970" y="777747"/>
                </a:lnTo>
                <a:lnTo>
                  <a:pt x="244242" y="761185"/>
                </a:lnTo>
                <a:lnTo>
                  <a:pt x="198075" y="738440"/>
                </a:lnTo>
                <a:lnTo>
                  <a:pt x="155084" y="709766"/>
                </a:lnTo>
                <a:lnTo>
                  <a:pt x="115883" y="675419"/>
                </a:lnTo>
                <a:lnTo>
                  <a:pt x="81536" y="636219"/>
                </a:lnTo>
                <a:lnTo>
                  <a:pt x="52862" y="593227"/>
                </a:lnTo>
                <a:lnTo>
                  <a:pt x="30117" y="547060"/>
                </a:lnTo>
                <a:lnTo>
                  <a:pt x="13555" y="498331"/>
                </a:lnTo>
                <a:lnTo>
                  <a:pt x="3431" y="447657"/>
                </a:lnTo>
                <a:lnTo>
                  <a:pt x="0" y="395651"/>
                </a:lnTo>
                <a:lnTo>
                  <a:pt x="3431" y="343645"/>
                </a:lnTo>
                <a:lnTo>
                  <a:pt x="13555" y="292970"/>
                </a:lnTo>
                <a:lnTo>
                  <a:pt x="30117" y="244242"/>
                </a:lnTo>
                <a:lnTo>
                  <a:pt x="52862" y="198074"/>
                </a:lnTo>
                <a:lnTo>
                  <a:pt x="81536" y="155083"/>
                </a:lnTo>
                <a:lnTo>
                  <a:pt x="115883" y="115883"/>
                </a:lnTo>
                <a:lnTo>
                  <a:pt x="155084" y="81536"/>
                </a:lnTo>
                <a:lnTo>
                  <a:pt x="198075" y="52862"/>
                </a:lnTo>
                <a:lnTo>
                  <a:pt x="244242" y="30117"/>
                </a:lnTo>
                <a:lnTo>
                  <a:pt x="292970" y="13555"/>
                </a:lnTo>
                <a:lnTo>
                  <a:pt x="343645" y="3431"/>
                </a:lnTo>
                <a:lnTo>
                  <a:pt x="395651" y="0"/>
                </a:lnTo>
                <a:lnTo>
                  <a:pt x="2649560" y="0"/>
                </a:lnTo>
                <a:lnTo>
                  <a:pt x="2701566" y="3431"/>
                </a:lnTo>
                <a:lnTo>
                  <a:pt x="2752241" y="13555"/>
                </a:lnTo>
                <a:lnTo>
                  <a:pt x="2800969" y="30117"/>
                </a:lnTo>
                <a:lnTo>
                  <a:pt x="2847137" y="52862"/>
                </a:lnTo>
                <a:lnTo>
                  <a:pt x="2890128" y="81536"/>
                </a:lnTo>
                <a:lnTo>
                  <a:pt x="2929328" y="115883"/>
                </a:lnTo>
                <a:lnTo>
                  <a:pt x="2963675" y="155083"/>
                </a:lnTo>
                <a:lnTo>
                  <a:pt x="2992349" y="198074"/>
                </a:lnTo>
                <a:lnTo>
                  <a:pt x="3015094" y="244242"/>
                </a:lnTo>
                <a:lnTo>
                  <a:pt x="3031656" y="292970"/>
                </a:lnTo>
                <a:lnTo>
                  <a:pt x="3041780" y="343645"/>
                </a:lnTo>
                <a:lnTo>
                  <a:pt x="3044659" y="387290"/>
                </a:lnTo>
                <a:lnTo>
                  <a:pt x="3044659" y="404012"/>
                </a:lnTo>
                <a:lnTo>
                  <a:pt x="3041780" y="447657"/>
                </a:lnTo>
                <a:lnTo>
                  <a:pt x="3031656" y="498331"/>
                </a:lnTo>
                <a:lnTo>
                  <a:pt x="3015094" y="547060"/>
                </a:lnTo>
                <a:lnTo>
                  <a:pt x="2992349" y="593227"/>
                </a:lnTo>
                <a:lnTo>
                  <a:pt x="2963675" y="636219"/>
                </a:lnTo>
                <a:lnTo>
                  <a:pt x="2929328" y="675419"/>
                </a:lnTo>
                <a:lnTo>
                  <a:pt x="2890128" y="709766"/>
                </a:lnTo>
                <a:lnTo>
                  <a:pt x="2847137" y="738440"/>
                </a:lnTo>
                <a:lnTo>
                  <a:pt x="2800969" y="761185"/>
                </a:lnTo>
                <a:lnTo>
                  <a:pt x="2752241" y="777747"/>
                </a:lnTo>
                <a:lnTo>
                  <a:pt x="2701566" y="787871"/>
                </a:lnTo>
                <a:lnTo>
                  <a:pt x="2649560" y="791302"/>
                </a:lnTo>
                <a:close/>
              </a:path>
            </a:pathLst>
          </a:custGeom>
          <a:solidFill>
            <a:srgbClr val="34A1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15190875" y="8149821"/>
            <a:ext cx="995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Add</a:t>
            </a:r>
            <a:r>
              <a:rPr sz="1800" b="1" spc="-105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  <a:t>text</a:t>
            </a:r>
            <a:endParaRPr sz="18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2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3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4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5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6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7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8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9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10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11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12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13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14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15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ags/tag16.xml><?xml version="1.0" encoding="utf-8"?>
<p:tagLst xmlns:p="http://schemas.openxmlformats.org/presentationml/2006/main">
  <p:tag name="KSO_WM_DIAGRAM_VIRTUALLY_FRAME" val="{&quot;height&quot;:393.8592125984252,&quot;left&quot;:832.7374803149607,&quot;top&quot;:202.6163779527559,&quot;width&quot;:526.29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1520</Words>
  <Application>WPS Presentation</Application>
  <PresentationFormat>On-screen Show (4:3)</PresentationFormat>
  <Paragraphs>122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Trebuchet MS</vt:lpstr>
      <vt:lpstr>Tahoma</vt:lpstr>
      <vt:lpstr>Times New Roman</vt:lpstr>
      <vt:lpstr>Microsoft YaHei</vt:lpstr>
      <vt:lpstr>Arial Unicode MS</vt:lpstr>
      <vt:lpstr>Calibri</vt:lpstr>
      <vt:lpstr>Office Theme</vt:lpstr>
      <vt:lpstr>RANDELO CO.</vt:lpstr>
      <vt:lpstr>Agenda</vt:lpstr>
      <vt:lpstr>Hey, there!</vt:lpstr>
      <vt:lpstr>Flowchart</vt:lpstr>
      <vt:lpstr>Let's visualize our current process and build our first flowchart.</vt:lpstr>
      <vt:lpstr>Before we go</vt:lpstr>
      <vt:lpstr>Use these free recolorable icons and illustrations in your Canva design.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RANDELO CO.</dc:title>
  <dc:creator>Harinivashini</dc:creator>
  <cp:keywords>DAG0Dh66czQ,BAF2rUUQIqY,0</cp:keywords>
  <cp:lastModifiedBy>Harinivashini</cp:lastModifiedBy>
  <cp:revision>2</cp:revision>
  <dcterms:created xsi:type="dcterms:W3CDTF">2025-09-26T09:08:00Z</dcterms:created>
  <dcterms:modified xsi:type="dcterms:W3CDTF">2025-09-29T03:56:15Z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2025-09-26T11:00:00Z</vt:filetime>
  </property>
  <property fmtid="{D5CDD505-2E9C-101B-9397-08002B2CF9AE}" pid="3" name="Creator">
    <vt:lpwstr>Canva</vt:lpwstr>
  </property>
  <property fmtid="{D5CDD505-2E9C-101B-9397-08002B2CF9AE}" pid="4" name="LastSaved">
    <vt:filetime>2025-09-26T11:00:00Z</vt:filetime>
  </property>
  <property fmtid="{D5CDD505-2E9C-101B-9397-08002B2CF9AE}" pid="5" name="Producer">
    <vt:lpwstr>Canva</vt:lpwstr>
  </property>
  <property fmtid="{D5CDD505-2E9C-101B-9397-08002B2CF9AE}" pid="6" name="ICV">
    <vt:lpwstr>69083F9472FC487EB4574BBBE6DD1935_12</vt:lpwstr>
  </property>
  <property fmtid="{D5CDD505-2E9C-101B-9397-08002B2CF9AE}" pid="7" name="KSOProductBuildVer">
    <vt:lpwstr>1033-12.2.0.22549</vt:lpwstr>
  </property>
</Properties>
</file>